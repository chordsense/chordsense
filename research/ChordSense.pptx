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sldIdLst>
    <p:sldId id="256" r:id="rId5"/>
    <p:sldId id="257" r:id="rId6"/>
    <p:sldId id="258" r:id="rId7"/>
    <p:sldId id="259"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985A9A-4243-47BC-B452-25DEF3D0C5F5}" v="118" dt="2026-04-13T19:34:34.949"/>
    <p1510:client id="{ACE0C5D2-1568-4EB3-AFE0-E710F3C09B6B}" v="214" dt="2026-04-13T01:11:11.7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0" autoAdjust="0"/>
    <p:restoredTop sz="94660"/>
  </p:normalViewPr>
  <p:slideViewPr>
    <p:cSldViewPr snapToGrid="0">
      <p:cViewPr varScale="1">
        <p:scale>
          <a:sx n="115" d="100"/>
          <a:sy n="115" d="100"/>
        </p:scale>
        <p:origin x="68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_rels/data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5" Type="http://schemas.openxmlformats.org/officeDocument/2006/relationships/image" Target="../media/image10.sv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5" Type="http://schemas.openxmlformats.org/officeDocument/2006/relationships/image" Target="../media/image10.sv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B2DDE5-2BBE-4D2E-A2A0-853D57184559}" type="doc">
      <dgm:prSet loTypeId="urn:microsoft.com/office/officeart/2018/5/layout/IconLeafLabelList" loCatId="icon" qsTypeId="urn:microsoft.com/office/officeart/2005/8/quickstyle/simple1" qsCatId="simple" csTypeId="urn:microsoft.com/office/officeart/2018/5/colors/Iconchunking_neutralbg_accent6_2" csCatId="accent6" phldr="1"/>
      <dgm:spPr/>
      <dgm:t>
        <a:bodyPr/>
        <a:lstStyle/>
        <a:p>
          <a:endParaRPr lang="en-US"/>
        </a:p>
      </dgm:t>
    </dgm:pt>
    <dgm:pt modelId="{1949198C-47C2-40F8-91CD-1F66D61CA7E6}">
      <dgm:prSet/>
      <dgm:spPr/>
      <dgm:t>
        <a:bodyPr/>
        <a:lstStyle/>
        <a:p>
          <a:pPr>
            <a:lnSpc>
              <a:spcPct val="100000"/>
            </a:lnSpc>
            <a:defRPr cap="all"/>
          </a:pPr>
          <a:r>
            <a:rPr lang="en-US"/>
            <a:t>Guitar learners often struggle to identify chords correctly when practicing alone. </a:t>
          </a:r>
        </a:p>
      </dgm:t>
    </dgm:pt>
    <dgm:pt modelId="{2267CC77-4E00-4307-99E7-61D5F61A496B}" type="parTrans" cxnId="{97454355-5A99-44CD-AE20-43E50C7441EA}">
      <dgm:prSet/>
      <dgm:spPr/>
      <dgm:t>
        <a:bodyPr/>
        <a:lstStyle/>
        <a:p>
          <a:endParaRPr lang="en-US"/>
        </a:p>
      </dgm:t>
    </dgm:pt>
    <dgm:pt modelId="{70FA1856-FC74-4B3F-B226-46D4B6865267}" type="sibTrans" cxnId="{97454355-5A99-44CD-AE20-43E50C7441EA}">
      <dgm:prSet/>
      <dgm:spPr/>
      <dgm:t>
        <a:bodyPr/>
        <a:lstStyle/>
        <a:p>
          <a:endParaRPr lang="en-US"/>
        </a:p>
      </dgm:t>
    </dgm:pt>
    <dgm:pt modelId="{22CB57C8-F7FC-4E08-9CFE-535EA12A037F}">
      <dgm:prSet/>
      <dgm:spPr/>
      <dgm:t>
        <a:bodyPr/>
        <a:lstStyle/>
        <a:p>
          <a:pPr>
            <a:lnSpc>
              <a:spcPct val="100000"/>
            </a:lnSpc>
            <a:defRPr cap="all"/>
          </a:pPr>
          <a:r>
            <a:rPr lang="en-US"/>
            <a:t>Existing tools can be expensive, limited, or lack real-time feedback. </a:t>
          </a:r>
        </a:p>
      </dgm:t>
    </dgm:pt>
    <dgm:pt modelId="{26A1D799-80EC-4CE1-AE31-4B088F8E73D4}" type="parTrans" cxnId="{4A690730-D7B3-49EC-9862-61809336B247}">
      <dgm:prSet/>
      <dgm:spPr/>
      <dgm:t>
        <a:bodyPr/>
        <a:lstStyle/>
        <a:p>
          <a:endParaRPr lang="en-US"/>
        </a:p>
      </dgm:t>
    </dgm:pt>
    <dgm:pt modelId="{19ABF72A-A0E7-40AB-A9FD-77C818CA5F06}" type="sibTrans" cxnId="{4A690730-D7B3-49EC-9862-61809336B247}">
      <dgm:prSet/>
      <dgm:spPr/>
      <dgm:t>
        <a:bodyPr/>
        <a:lstStyle/>
        <a:p>
          <a:endParaRPr lang="en-US"/>
        </a:p>
      </dgm:t>
    </dgm:pt>
    <dgm:pt modelId="{C7F68872-31B4-4F85-972F-94F84FA3BB18}">
      <dgm:prSet/>
      <dgm:spPr/>
      <dgm:t>
        <a:bodyPr/>
        <a:lstStyle/>
        <a:p>
          <a:pPr>
            <a:lnSpc>
              <a:spcPct val="100000"/>
            </a:lnSpc>
            <a:defRPr cap="all"/>
          </a:pPr>
          <a:r>
            <a:rPr lang="en-US"/>
            <a:t>ChordSense provides real-time chord detection and immediate visual feedback to make practice easier and more effective.</a:t>
          </a:r>
        </a:p>
      </dgm:t>
    </dgm:pt>
    <dgm:pt modelId="{1DF65E19-935E-450B-AD88-3341F106208F}" type="parTrans" cxnId="{D4B9DF69-CBDF-45D6-9978-1F104F157922}">
      <dgm:prSet/>
      <dgm:spPr/>
      <dgm:t>
        <a:bodyPr/>
        <a:lstStyle/>
        <a:p>
          <a:endParaRPr lang="en-US"/>
        </a:p>
      </dgm:t>
    </dgm:pt>
    <dgm:pt modelId="{42AC3C05-CE40-42FC-935E-84AF48C14339}" type="sibTrans" cxnId="{D4B9DF69-CBDF-45D6-9978-1F104F157922}">
      <dgm:prSet/>
      <dgm:spPr/>
      <dgm:t>
        <a:bodyPr/>
        <a:lstStyle/>
        <a:p>
          <a:endParaRPr lang="en-US"/>
        </a:p>
      </dgm:t>
    </dgm:pt>
    <dgm:pt modelId="{2097D3E3-E54F-45A4-8F5B-339C2447AD0A}" type="pres">
      <dgm:prSet presAssocID="{CBB2DDE5-2BBE-4D2E-A2A0-853D57184559}" presName="root" presStyleCnt="0">
        <dgm:presLayoutVars>
          <dgm:dir/>
          <dgm:resizeHandles val="exact"/>
        </dgm:presLayoutVars>
      </dgm:prSet>
      <dgm:spPr/>
    </dgm:pt>
    <dgm:pt modelId="{59EB9A38-6D59-4C44-9DB3-57DEFCA0FC9F}" type="pres">
      <dgm:prSet presAssocID="{1949198C-47C2-40F8-91CD-1F66D61CA7E6}" presName="compNode" presStyleCnt="0"/>
      <dgm:spPr/>
    </dgm:pt>
    <dgm:pt modelId="{770A36E6-F9EF-40E0-B035-CCACBFC0553B}" type="pres">
      <dgm:prSet presAssocID="{1949198C-47C2-40F8-91CD-1F66D61CA7E6}" presName="iconBgRect" presStyleLbl="bgShp" presStyleIdx="0" presStyleCnt="3"/>
      <dgm:spPr>
        <a:prstGeom prst="round2DiagRect">
          <a:avLst>
            <a:gd name="adj1" fmla="val 29727"/>
            <a:gd name="adj2" fmla="val 0"/>
          </a:avLst>
        </a:prstGeom>
      </dgm:spPr>
    </dgm:pt>
    <dgm:pt modelId="{9DA088F3-E2BB-4D61-8856-7F37B7E55833}" type="pres">
      <dgm:prSet presAssocID="{1949198C-47C2-40F8-91CD-1F66D61CA7E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uitar"/>
        </a:ext>
      </dgm:extLst>
    </dgm:pt>
    <dgm:pt modelId="{C1FC6EED-C4FB-4103-9208-FC8178454D87}" type="pres">
      <dgm:prSet presAssocID="{1949198C-47C2-40F8-91CD-1F66D61CA7E6}" presName="spaceRect" presStyleCnt="0"/>
      <dgm:spPr/>
    </dgm:pt>
    <dgm:pt modelId="{C16825CA-B934-454A-8A5D-DD2A39D2FA45}" type="pres">
      <dgm:prSet presAssocID="{1949198C-47C2-40F8-91CD-1F66D61CA7E6}" presName="textRect" presStyleLbl="revTx" presStyleIdx="0" presStyleCnt="3">
        <dgm:presLayoutVars>
          <dgm:chMax val="1"/>
          <dgm:chPref val="1"/>
        </dgm:presLayoutVars>
      </dgm:prSet>
      <dgm:spPr/>
    </dgm:pt>
    <dgm:pt modelId="{7B0A51D6-07F1-4A5B-8091-F81E457F3B00}" type="pres">
      <dgm:prSet presAssocID="{70FA1856-FC74-4B3F-B226-46D4B6865267}" presName="sibTrans" presStyleCnt="0"/>
      <dgm:spPr/>
    </dgm:pt>
    <dgm:pt modelId="{86354821-13E4-405C-A3DE-5F4E2946E080}" type="pres">
      <dgm:prSet presAssocID="{22CB57C8-F7FC-4E08-9CFE-535EA12A037F}" presName="compNode" presStyleCnt="0"/>
      <dgm:spPr/>
    </dgm:pt>
    <dgm:pt modelId="{11A827FD-3E52-4500-BFA0-A6A631BAF813}" type="pres">
      <dgm:prSet presAssocID="{22CB57C8-F7FC-4E08-9CFE-535EA12A037F}" presName="iconBgRect" presStyleLbl="bgShp" presStyleIdx="1" presStyleCnt="3"/>
      <dgm:spPr>
        <a:prstGeom prst="round2DiagRect">
          <a:avLst>
            <a:gd name="adj1" fmla="val 29727"/>
            <a:gd name="adj2" fmla="val 0"/>
          </a:avLst>
        </a:prstGeom>
      </dgm:spPr>
    </dgm:pt>
    <dgm:pt modelId="{7884DAF3-D8D6-4595-8C02-91D9C4629D60}" type="pres">
      <dgm:prSet presAssocID="{22CB57C8-F7FC-4E08-9CFE-535EA12A037F}"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urglass"/>
        </a:ext>
      </dgm:extLst>
    </dgm:pt>
    <dgm:pt modelId="{202B292A-99EE-447B-8D91-4B11CAA238B4}" type="pres">
      <dgm:prSet presAssocID="{22CB57C8-F7FC-4E08-9CFE-535EA12A037F}" presName="spaceRect" presStyleCnt="0"/>
      <dgm:spPr/>
    </dgm:pt>
    <dgm:pt modelId="{C038F7C5-6E8D-4850-8CE5-30D1C9D5B678}" type="pres">
      <dgm:prSet presAssocID="{22CB57C8-F7FC-4E08-9CFE-535EA12A037F}" presName="textRect" presStyleLbl="revTx" presStyleIdx="1" presStyleCnt="3">
        <dgm:presLayoutVars>
          <dgm:chMax val="1"/>
          <dgm:chPref val="1"/>
        </dgm:presLayoutVars>
      </dgm:prSet>
      <dgm:spPr/>
    </dgm:pt>
    <dgm:pt modelId="{ED82DB0E-080A-4855-AE1F-AB2405249E14}" type="pres">
      <dgm:prSet presAssocID="{19ABF72A-A0E7-40AB-A9FD-77C818CA5F06}" presName="sibTrans" presStyleCnt="0"/>
      <dgm:spPr/>
    </dgm:pt>
    <dgm:pt modelId="{63DFB909-45CA-4122-A2AB-8E076EC14F84}" type="pres">
      <dgm:prSet presAssocID="{C7F68872-31B4-4F85-972F-94F84FA3BB18}" presName="compNode" presStyleCnt="0"/>
      <dgm:spPr/>
    </dgm:pt>
    <dgm:pt modelId="{C4941A72-3E62-4127-8726-36E17C6A7878}" type="pres">
      <dgm:prSet presAssocID="{C7F68872-31B4-4F85-972F-94F84FA3BB18}" presName="iconBgRect" presStyleLbl="bgShp" presStyleIdx="2" presStyleCnt="3"/>
      <dgm:spPr>
        <a:prstGeom prst="round2DiagRect">
          <a:avLst>
            <a:gd name="adj1" fmla="val 29727"/>
            <a:gd name="adj2" fmla="val 0"/>
          </a:avLst>
        </a:prstGeom>
      </dgm:spPr>
    </dgm:pt>
    <dgm:pt modelId="{59880DEC-5D87-4922-9111-9CF6D938E4D7}" type="pres">
      <dgm:prSet presAssocID="{C7F68872-31B4-4F85-972F-94F84FA3BB18}"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ancing"/>
        </a:ext>
      </dgm:extLst>
    </dgm:pt>
    <dgm:pt modelId="{C4BBD6FA-5212-469D-819C-0A4640A4375D}" type="pres">
      <dgm:prSet presAssocID="{C7F68872-31B4-4F85-972F-94F84FA3BB18}" presName="spaceRect" presStyleCnt="0"/>
      <dgm:spPr/>
    </dgm:pt>
    <dgm:pt modelId="{DBB3F831-D309-48F0-B7FC-A692CD6C25A6}" type="pres">
      <dgm:prSet presAssocID="{C7F68872-31B4-4F85-972F-94F84FA3BB18}" presName="textRect" presStyleLbl="revTx" presStyleIdx="2" presStyleCnt="3">
        <dgm:presLayoutVars>
          <dgm:chMax val="1"/>
          <dgm:chPref val="1"/>
        </dgm:presLayoutVars>
      </dgm:prSet>
      <dgm:spPr/>
    </dgm:pt>
  </dgm:ptLst>
  <dgm:cxnLst>
    <dgm:cxn modelId="{19FE4A00-D72F-4E46-8611-606FF1A5D727}" type="presOf" srcId="{22CB57C8-F7FC-4E08-9CFE-535EA12A037F}" destId="{C038F7C5-6E8D-4850-8CE5-30D1C9D5B678}" srcOrd="0" destOrd="0" presId="urn:microsoft.com/office/officeart/2018/5/layout/IconLeafLabelList"/>
    <dgm:cxn modelId="{4A690730-D7B3-49EC-9862-61809336B247}" srcId="{CBB2DDE5-2BBE-4D2E-A2A0-853D57184559}" destId="{22CB57C8-F7FC-4E08-9CFE-535EA12A037F}" srcOrd="1" destOrd="0" parTransId="{26A1D799-80EC-4CE1-AE31-4B088F8E73D4}" sibTransId="{19ABF72A-A0E7-40AB-A9FD-77C818CA5F06}"/>
    <dgm:cxn modelId="{D4B9DF69-CBDF-45D6-9978-1F104F157922}" srcId="{CBB2DDE5-2BBE-4D2E-A2A0-853D57184559}" destId="{C7F68872-31B4-4F85-972F-94F84FA3BB18}" srcOrd="2" destOrd="0" parTransId="{1DF65E19-935E-450B-AD88-3341F106208F}" sibTransId="{42AC3C05-CE40-42FC-935E-84AF48C14339}"/>
    <dgm:cxn modelId="{97454355-5A99-44CD-AE20-43E50C7441EA}" srcId="{CBB2DDE5-2BBE-4D2E-A2A0-853D57184559}" destId="{1949198C-47C2-40F8-91CD-1F66D61CA7E6}" srcOrd="0" destOrd="0" parTransId="{2267CC77-4E00-4307-99E7-61D5F61A496B}" sibTransId="{70FA1856-FC74-4B3F-B226-46D4B6865267}"/>
    <dgm:cxn modelId="{2B21ED78-104D-4645-9ECB-887475F6F1FA}" type="presOf" srcId="{C7F68872-31B4-4F85-972F-94F84FA3BB18}" destId="{DBB3F831-D309-48F0-B7FC-A692CD6C25A6}" srcOrd="0" destOrd="0" presId="urn:microsoft.com/office/officeart/2018/5/layout/IconLeafLabelList"/>
    <dgm:cxn modelId="{83868FCE-D065-4D6F-A1D0-4EDFCF1F14D8}" type="presOf" srcId="{CBB2DDE5-2BBE-4D2E-A2A0-853D57184559}" destId="{2097D3E3-E54F-45A4-8F5B-339C2447AD0A}" srcOrd="0" destOrd="0" presId="urn:microsoft.com/office/officeart/2018/5/layout/IconLeafLabelList"/>
    <dgm:cxn modelId="{81EA07D0-177E-4E94-999F-A9A60C684027}" type="presOf" srcId="{1949198C-47C2-40F8-91CD-1F66D61CA7E6}" destId="{C16825CA-B934-454A-8A5D-DD2A39D2FA45}" srcOrd="0" destOrd="0" presId="urn:microsoft.com/office/officeart/2018/5/layout/IconLeafLabelList"/>
    <dgm:cxn modelId="{12E4CFEC-DDE3-4B50-8D01-0BA27889D9AA}" type="presParOf" srcId="{2097D3E3-E54F-45A4-8F5B-339C2447AD0A}" destId="{59EB9A38-6D59-4C44-9DB3-57DEFCA0FC9F}" srcOrd="0" destOrd="0" presId="urn:microsoft.com/office/officeart/2018/5/layout/IconLeafLabelList"/>
    <dgm:cxn modelId="{580BEF7E-676C-4D4C-8D11-B188CD385163}" type="presParOf" srcId="{59EB9A38-6D59-4C44-9DB3-57DEFCA0FC9F}" destId="{770A36E6-F9EF-40E0-B035-CCACBFC0553B}" srcOrd="0" destOrd="0" presId="urn:microsoft.com/office/officeart/2018/5/layout/IconLeafLabelList"/>
    <dgm:cxn modelId="{20ECB5C0-A710-41C3-A621-B7675B9EB5B4}" type="presParOf" srcId="{59EB9A38-6D59-4C44-9DB3-57DEFCA0FC9F}" destId="{9DA088F3-E2BB-4D61-8856-7F37B7E55833}" srcOrd="1" destOrd="0" presId="urn:microsoft.com/office/officeart/2018/5/layout/IconLeafLabelList"/>
    <dgm:cxn modelId="{C68CE8D4-6B05-4DB1-BBE7-37199D9F0694}" type="presParOf" srcId="{59EB9A38-6D59-4C44-9DB3-57DEFCA0FC9F}" destId="{C1FC6EED-C4FB-4103-9208-FC8178454D87}" srcOrd="2" destOrd="0" presId="urn:microsoft.com/office/officeart/2018/5/layout/IconLeafLabelList"/>
    <dgm:cxn modelId="{FFEA905E-8E6D-4C02-B919-9EB9DF302D73}" type="presParOf" srcId="{59EB9A38-6D59-4C44-9DB3-57DEFCA0FC9F}" destId="{C16825CA-B934-454A-8A5D-DD2A39D2FA45}" srcOrd="3" destOrd="0" presId="urn:microsoft.com/office/officeart/2018/5/layout/IconLeafLabelList"/>
    <dgm:cxn modelId="{419CFAC7-7AC6-442B-9A64-491AEB12D627}" type="presParOf" srcId="{2097D3E3-E54F-45A4-8F5B-339C2447AD0A}" destId="{7B0A51D6-07F1-4A5B-8091-F81E457F3B00}" srcOrd="1" destOrd="0" presId="urn:microsoft.com/office/officeart/2018/5/layout/IconLeafLabelList"/>
    <dgm:cxn modelId="{71F7EF84-CC7F-4302-8556-C507721790BA}" type="presParOf" srcId="{2097D3E3-E54F-45A4-8F5B-339C2447AD0A}" destId="{86354821-13E4-405C-A3DE-5F4E2946E080}" srcOrd="2" destOrd="0" presId="urn:microsoft.com/office/officeart/2018/5/layout/IconLeafLabelList"/>
    <dgm:cxn modelId="{C054A15F-0B97-4B06-B174-2BF890FE6585}" type="presParOf" srcId="{86354821-13E4-405C-A3DE-5F4E2946E080}" destId="{11A827FD-3E52-4500-BFA0-A6A631BAF813}" srcOrd="0" destOrd="0" presId="urn:microsoft.com/office/officeart/2018/5/layout/IconLeafLabelList"/>
    <dgm:cxn modelId="{0AB4ED6F-E8A7-44D0-963D-EB1FE4358F21}" type="presParOf" srcId="{86354821-13E4-405C-A3DE-5F4E2946E080}" destId="{7884DAF3-D8D6-4595-8C02-91D9C4629D60}" srcOrd="1" destOrd="0" presId="urn:microsoft.com/office/officeart/2018/5/layout/IconLeafLabelList"/>
    <dgm:cxn modelId="{05DB8EAA-7745-4F9A-8E9D-DA583AB239A7}" type="presParOf" srcId="{86354821-13E4-405C-A3DE-5F4E2946E080}" destId="{202B292A-99EE-447B-8D91-4B11CAA238B4}" srcOrd="2" destOrd="0" presId="urn:microsoft.com/office/officeart/2018/5/layout/IconLeafLabelList"/>
    <dgm:cxn modelId="{B4D67EF7-E5AC-4376-942A-40983E920E7B}" type="presParOf" srcId="{86354821-13E4-405C-A3DE-5F4E2946E080}" destId="{C038F7C5-6E8D-4850-8CE5-30D1C9D5B678}" srcOrd="3" destOrd="0" presId="urn:microsoft.com/office/officeart/2018/5/layout/IconLeafLabelList"/>
    <dgm:cxn modelId="{DFFD2329-E28C-4599-8927-C6A4854B0F07}" type="presParOf" srcId="{2097D3E3-E54F-45A4-8F5B-339C2447AD0A}" destId="{ED82DB0E-080A-4855-AE1F-AB2405249E14}" srcOrd="3" destOrd="0" presId="urn:microsoft.com/office/officeart/2018/5/layout/IconLeafLabelList"/>
    <dgm:cxn modelId="{AD1CCB28-F77F-4988-903B-737014515667}" type="presParOf" srcId="{2097D3E3-E54F-45A4-8F5B-339C2447AD0A}" destId="{63DFB909-45CA-4122-A2AB-8E076EC14F84}" srcOrd="4" destOrd="0" presId="urn:microsoft.com/office/officeart/2018/5/layout/IconLeafLabelList"/>
    <dgm:cxn modelId="{008998A0-6283-4D43-8685-AD4273136FC7}" type="presParOf" srcId="{63DFB909-45CA-4122-A2AB-8E076EC14F84}" destId="{C4941A72-3E62-4127-8726-36E17C6A7878}" srcOrd="0" destOrd="0" presId="urn:microsoft.com/office/officeart/2018/5/layout/IconLeafLabelList"/>
    <dgm:cxn modelId="{1BDC5E3F-023C-4EE1-9801-D58FEA56D82F}" type="presParOf" srcId="{63DFB909-45CA-4122-A2AB-8E076EC14F84}" destId="{59880DEC-5D87-4922-9111-9CF6D938E4D7}" srcOrd="1" destOrd="0" presId="urn:microsoft.com/office/officeart/2018/5/layout/IconLeafLabelList"/>
    <dgm:cxn modelId="{A6BDC0C8-E9C3-46C6-9162-FD212B817C2F}" type="presParOf" srcId="{63DFB909-45CA-4122-A2AB-8E076EC14F84}" destId="{C4BBD6FA-5212-469D-819C-0A4640A4375D}" srcOrd="2" destOrd="0" presId="urn:microsoft.com/office/officeart/2018/5/layout/IconLeafLabelList"/>
    <dgm:cxn modelId="{7723A761-DF94-42F1-BEF1-8A2E2FD55F82}" type="presParOf" srcId="{63DFB909-45CA-4122-A2AB-8E076EC14F84}" destId="{DBB3F831-D309-48F0-B7FC-A692CD6C25A6}" srcOrd="3" destOrd="0" presId="urn:microsoft.com/office/officeart/2018/5/layout/IconLeaf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340001-738F-40A1-87D0-E6EF0D2BA996}"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A0940368-1FBE-4F34-BECC-F7D02CA18C4B}">
      <dgm:prSet/>
      <dgm:spPr/>
      <dgm:t>
        <a:bodyPr/>
        <a:lstStyle/>
        <a:p>
          <a:pPr>
            <a:lnSpc>
              <a:spcPct val="100000"/>
            </a:lnSpc>
          </a:pPr>
          <a:r>
            <a:rPr lang="en-US" b="1"/>
            <a:t>Digital Visualization: </a:t>
          </a:r>
        </a:p>
        <a:p>
          <a:pPr>
            <a:lnSpc>
              <a:spcPct val="100000"/>
            </a:lnSpc>
          </a:pPr>
          <a:r>
            <a:rPr lang="en-US"/>
            <a:t>Frontend displays current and surrounding chords in sync with audio playback </a:t>
          </a:r>
        </a:p>
      </dgm:t>
    </dgm:pt>
    <dgm:pt modelId="{721616B4-2E07-4E23-B5E8-CAD639D25DC1}" type="parTrans" cxnId="{34746965-8E1D-485F-9A89-8FBAC391DF3A}">
      <dgm:prSet/>
      <dgm:spPr/>
      <dgm:t>
        <a:bodyPr/>
        <a:lstStyle/>
        <a:p>
          <a:endParaRPr lang="en-US"/>
        </a:p>
      </dgm:t>
    </dgm:pt>
    <dgm:pt modelId="{590AE7D7-A4A5-4009-B912-DFBE9737BD71}" type="sibTrans" cxnId="{34746965-8E1D-485F-9A89-8FBAC391DF3A}">
      <dgm:prSet/>
      <dgm:spPr/>
      <dgm:t>
        <a:bodyPr/>
        <a:lstStyle/>
        <a:p>
          <a:pPr>
            <a:lnSpc>
              <a:spcPct val="100000"/>
            </a:lnSpc>
          </a:pPr>
          <a:endParaRPr lang="en-US"/>
        </a:p>
      </dgm:t>
    </dgm:pt>
    <dgm:pt modelId="{7F9EB38E-D7A0-4297-8890-FB53851FBDB5}">
      <dgm:prSet/>
      <dgm:spPr/>
      <dgm:t>
        <a:bodyPr/>
        <a:lstStyle/>
        <a:p>
          <a:pPr>
            <a:lnSpc>
              <a:spcPct val="100000"/>
            </a:lnSpc>
          </a:pPr>
          <a:r>
            <a:rPr lang="en-US" b="1"/>
            <a:t>Audio Processing Pipeline:</a:t>
          </a:r>
        </a:p>
        <a:p>
          <a:pPr>
            <a:lnSpc>
              <a:spcPct val="100000"/>
            </a:lnSpc>
          </a:pPr>
          <a:r>
            <a:rPr lang="en-US"/>
            <a:t>Generated timestamped chord data from analyzed audio for frontend playback sync </a:t>
          </a:r>
        </a:p>
      </dgm:t>
    </dgm:pt>
    <dgm:pt modelId="{AAF03E21-C0E6-48BB-8FD8-C0B6ABAB40D1}" type="parTrans" cxnId="{072E06EE-9FEB-4538-9F10-529C80210213}">
      <dgm:prSet/>
      <dgm:spPr/>
      <dgm:t>
        <a:bodyPr/>
        <a:lstStyle/>
        <a:p>
          <a:endParaRPr lang="en-US"/>
        </a:p>
      </dgm:t>
    </dgm:pt>
    <dgm:pt modelId="{8613C5D1-42B3-438A-8699-53F688E2260B}" type="sibTrans" cxnId="{072E06EE-9FEB-4538-9F10-529C80210213}">
      <dgm:prSet/>
      <dgm:spPr/>
      <dgm:t>
        <a:bodyPr/>
        <a:lstStyle/>
        <a:p>
          <a:pPr>
            <a:lnSpc>
              <a:spcPct val="100000"/>
            </a:lnSpc>
          </a:pPr>
          <a:endParaRPr lang="en-US"/>
        </a:p>
      </dgm:t>
    </dgm:pt>
    <dgm:pt modelId="{872EC21F-4FB8-49BD-A0CE-C2EE0B869EF4}">
      <dgm:prSet/>
      <dgm:spPr/>
      <dgm:t>
        <a:bodyPr/>
        <a:lstStyle/>
        <a:p>
          <a:pPr>
            <a:lnSpc>
              <a:spcPct val="100000"/>
            </a:lnSpc>
          </a:pPr>
          <a:r>
            <a:rPr lang="en-US" b="1"/>
            <a:t>Heavy Chord Detection: </a:t>
          </a:r>
        </a:p>
        <a:p>
          <a:pPr>
            <a:lnSpc>
              <a:spcPct val="100000"/>
            </a:lnSpc>
          </a:pPr>
          <a:r>
            <a:rPr lang="en-US"/>
            <a:t>Ran Chord-CNN-LSTM on Jetson Nano to produce chord predictions </a:t>
          </a:r>
        </a:p>
      </dgm:t>
    </dgm:pt>
    <dgm:pt modelId="{C9FBCC02-4290-49A3-B28B-CE72306CBBB3}" type="parTrans" cxnId="{E6F90E86-F559-4FB0-B488-5F1BEC7BAA2C}">
      <dgm:prSet/>
      <dgm:spPr/>
      <dgm:t>
        <a:bodyPr/>
        <a:lstStyle/>
        <a:p>
          <a:endParaRPr lang="en-US"/>
        </a:p>
      </dgm:t>
    </dgm:pt>
    <dgm:pt modelId="{23481811-ACE4-46B7-BD54-CAA5E40C605C}" type="sibTrans" cxnId="{E6F90E86-F559-4FB0-B488-5F1BEC7BAA2C}">
      <dgm:prSet/>
      <dgm:spPr/>
      <dgm:t>
        <a:bodyPr/>
        <a:lstStyle/>
        <a:p>
          <a:pPr>
            <a:lnSpc>
              <a:spcPct val="100000"/>
            </a:lnSpc>
          </a:pPr>
          <a:endParaRPr lang="en-US"/>
        </a:p>
      </dgm:t>
    </dgm:pt>
    <dgm:pt modelId="{6E1091B1-CAAE-489E-B806-481B0476B6E2}">
      <dgm:prSet/>
      <dgm:spPr/>
      <dgm:t>
        <a:bodyPr/>
        <a:lstStyle/>
        <a:p>
          <a:pPr>
            <a:lnSpc>
              <a:spcPct val="100000"/>
            </a:lnSpc>
          </a:pPr>
          <a:r>
            <a:rPr lang="en-US" b="1"/>
            <a:t>Custom  Light ML Model: </a:t>
          </a:r>
        </a:p>
        <a:p>
          <a:pPr>
            <a:lnSpc>
              <a:spcPct val="100000"/>
            </a:lnSpc>
          </a:pPr>
          <a:r>
            <a:rPr lang="en-US"/>
            <a:t>Trained lightweight 21k-parameter model with about 90% accuracy for recorded and real-time input </a:t>
          </a:r>
        </a:p>
      </dgm:t>
    </dgm:pt>
    <dgm:pt modelId="{F6E353BF-3FA7-48D1-8A8E-75AC5E4C6355}" type="parTrans" cxnId="{B85C26CE-9EDA-4399-9C07-EDA7ACF476E4}">
      <dgm:prSet/>
      <dgm:spPr/>
      <dgm:t>
        <a:bodyPr/>
        <a:lstStyle/>
        <a:p>
          <a:endParaRPr lang="en-US"/>
        </a:p>
      </dgm:t>
    </dgm:pt>
    <dgm:pt modelId="{91B9515C-A5A8-4A29-9356-A025B2C027F9}" type="sibTrans" cxnId="{B85C26CE-9EDA-4399-9C07-EDA7ACF476E4}">
      <dgm:prSet/>
      <dgm:spPr/>
      <dgm:t>
        <a:bodyPr/>
        <a:lstStyle/>
        <a:p>
          <a:pPr>
            <a:lnSpc>
              <a:spcPct val="100000"/>
            </a:lnSpc>
          </a:pPr>
          <a:endParaRPr lang="en-US"/>
        </a:p>
      </dgm:t>
    </dgm:pt>
    <dgm:pt modelId="{36161662-660B-4AE1-9B55-3B41F6D670BA}">
      <dgm:prSet/>
      <dgm:spPr/>
      <dgm:t>
        <a:bodyPr/>
        <a:lstStyle/>
        <a:p>
          <a:pPr>
            <a:lnSpc>
              <a:spcPct val="100000"/>
            </a:lnSpc>
          </a:pPr>
          <a:r>
            <a:rPr lang="en-US" b="1" dirty="0"/>
            <a:t>Embedded Hardware:</a:t>
          </a:r>
        </a:p>
        <a:p>
          <a:pPr>
            <a:lnSpc>
              <a:spcPct val="100000"/>
            </a:lnSpc>
          </a:pPr>
          <a:r>
            <a:rPr lang="en-US" dirty="0"/>
            <a:t>Configured ESP32C3 ADC, DMA sampling, and began constant-Q transform implementation </a:t>
          </a:r>
        </a:p>
      </dgm:t>
    </dgm:pt>
    <dgm:pt modelId="{DF9B5699-A3E7-4DDA-94C2-9A359F8B38A3}" type="parTrans" cxnId="{A89C2B6C-F3F9-43E1-955E-EBC4DFB240CB}">
      <dgm:prSet/>
      <dgm:spPr/>
      <dgm:t>
        <a:bodyPr/>
        <a:lstStyle/>
        <a:p>
          <a:endParaRPr lang="en-US"/>
        </a:p>
      </dgm:t>
    </dgm:pt>
    <dgm:pt modelId="{A51EBDC3-BBAE-4787-8A0F-08531C9CDB22}" type="sibTrans" cxnId="{A89C2B6C-F3F9-43E1-955E-EBC4DFB240CB}">
      <dgm:prSet/>
      <dgm:spPr/>
      <dgm:t>
        <a:bodyPr/>
        <a:lstStyle/>
        <a:p>
          <a:endParaRPr lang="en-US"/>
        </a:p>
      </dgm:t>
    </dgm:pt>
    <dgm:pt modelId="{53691828-397A-4A34-AB20-1E2F4C3EC50D}">
      <dgm:prSet/>
      <dgm:spPr/>
      <dgm:t>
        <a:bodyPr/>
        <a:lstStyle/>
        <a:p>
          <a:pPr>
            <a:lnSpc>
              <a:spcPct val="100000"/>
            </a:lnSpc>
          </a:pPr>
          <a:r>
            <a:rPr lang="en-US" b="1"/>
            <a:t>Analog Hardware: </a:t>
          </a:r>
        </a:p>
        <a:p>
          <a:pPr>
            <a:lnSpc>
              <a:spcPct val="100000"/>
            </a:lnSpc>
          </a:pPr>
          <a:r>
            <a:rPr lang="en-US" dirty="0"/>
            <a:t>Built circuitry to scale and shift guitar signals into the ADC range</a:t>
          </a:r>
        </a:p>
      </dgm:t>
    </dgm:pt>
    <dgm:pt modelId="{CAFE2330-57E1-4157-9DFC-D50EC6F23D36}" type="parTrans" cxnId="{EB1F0912-AD77-43A1-9F65-66CB96B3F8A3}">
      <dgm:prSet/>
      <dgm:spPr/>
      <dgm:t>
        <a:bodyPr/>
        <a:lstStyle/>
        <a:p>
          <a:endParaRPr lang="en-US"/>
        </a:p>
      </dgm:t>
    </dgm:pt>
    <dgm:pt modelId="{DF383BA9-96E5-481F-B54E-893B9CFDD4BA}" type="sibTrans" cxnId="{EB1F0912-AD77-43A1-9F65-66CB96B3F8A3}">
      <dgm:prSet/>
      <dgm:spPr/>
      <dgm:t>
        <a:bodyPr/>
        <a:lstStyle/>
        <a:p>
          <a:pPr>
            <a:lnSpc>
              <a:spcPct val="100000"/>
            </a:lnSpc>
          </a:pPr>
          <a:endParaRPr lang="en-US"/>
        </a:p>
      </dgm:t>
    </dgm:pt>
    <dgm:pt modelId="{4E5D1FB0-C0C0-4A7A-A096-CC0BADBBE5D7}" type="pres">
      <dgm:prSet presAssocID="{7A340001-738F-40A1-87D0-E6EF0D2BA996}" presName="root" presStyleCnt="0">
        <dgm:presLayoutVars>
          <dgm:dir/>
          <dgm:resizeHandles val="exact"/>
        </dgm:presLayoutVars>
      </dgm:prSet>
      <dgm:spPr/>
    </dgm:pt>
    <dgm:pt modelId="{6CBBF14C-0FE4-4869-9212-BA2B97B08F3D}" type="pres">
      <dgm:prSet presAssocID="{7A340001-738F-40A1-87D0-E6EF0D2BA996}" presName="container" presStyleCnt="0">
        <dgm:presLayoutVars>
          <dgm:dir/>
          <dgm:resizeHandles val="exact"/>
        </dgm:presLayoutVars>
      </dgm:prSet>
      <dgm:spPr/>
    </dgm:pt>
    <dgm:pt modelId="{3648D0DA-F49E-404C-82E4-44EF4E2451F1}" type="pres">
      <dgm:prSet presAssocID="{A0940368-1FBE-4F34-BECC-F7D02CA18C4B}" presName="compNode" presStyleCnt="0"/>
      <dgm:spPr/>
    </dgm:pt>
    <dgm:pt modelId="{19636560-E776-4F40-839C-C5EA59954CAA}" type="pres">
      <dgm:prSet presAssocID="{A0940368-1FBE-4F34-BECC-F7D02CA18C4B}" presName="iconBgRect" presStyleLbl="bgShp" presStyleIdx="0" presStyleCnt="6"/>
      <dgm:spPr/>
    </dgm:pt>
    <dgm:pt modelId="{7D99E59A-B4CC-409C-95ED-6E3D7D83E521}" type="pres">
      <dgm:prSet presAssocID="{A0940368-1FBE-4F34-BECC-F7D02CA18C4B}"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usic"/>
        </a:ext>
      </dgm:extLst>
    </dgm:pt>
    <dgm:pt modelId="{FDE50780-D69B-4935-851A-59ADC8EB2797}" type="pres">
      <dgm:prSet presAssocID="{A0940368-1FBE-4F34-BECC-F7D02CA18C4B}" presName="spaceRect" presStyleCnt="0"/>
      <dgm:spPr/>
    </dgm:pt>
    <dgm:pt modelId="{2934C564-C650-4F1B-AB94-DF00294DCE83}" type="pres">
      <dgm:prSet presAssocID="{A0940368-1FBE-4F34-BECC-F7D02CA18C4B}" presName="textRect" presStyleLbl="revTx" presStyleIdx="0" presStyleCnt="6">
        <dgm:presLayoutVars>
          <dgm:chMax val="1"/>
          <dgm:chPref val="1"/>
        </dgm:presLayoutVars>
      </dgm:prSet>
      <dgm:spPr/>
    </dgm:pt>
    <dgm:pt modelId="{793C733D-78A0-4F6B-B263-0D2B30A2D8A2}" type="pres">
      <dgm:prSet presAssocID="{590AE7D7-A4A5-4009-B912-DFBE9737BD71}" presName="sibTrans" presStyleLbl="sibTrans2D1" presStyleIdx="0" presStyleCnt="0"/>
      <dgm:spPr/>
    </dgm:pt>
    <dgm:pt modelId="{A6691584-1F2D-49E7-AF41-DD20E0FDC423}" type="pres">
      <dgm:prSet presAssocID="{7F9EB38E-D7A0-4297-8890-FB53851FBDB5}" presName="compNode" presStyleCnt="0"/>
      <dgm:spPr/>
    </dgm:pt>
    <dgm:pt modelId="{9133F228-1B5E-4306-AD46-510FDA458118}" type="pres">
      <dgm:prSet presAssocID="{7F9EB38E-D7A0-4297-8890-FB53851FBDB5}" presName="iconBgRect" presStyleLbl="bgShp" presStyleIdx="1" presStyleCnt="6"/>
      <dgm:spPr/>
    </dgm:pt>
    <dgm:pt modelId="{88E8C882-80F8-42CC-8230-2F4F85A690CD}" type="pres">
      <dgm:prSet presAssocID="{7F9EB38E-D7A0-4297-8890-FB53851FBDB5}"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898092E8-EDA9-4288-9E16-01B98E23A102}" type="pres">
      <dgm:prSet presAssocID="{7F9EB38E-D7A0-4297-8890-FB53851FBDB5}" presName="spaceRect" presStyleCnt="0"/>
      <dgm:spPr/>
    </dgm:pt>
    <dgm:pt modelId="{A9C57E90-4B0A-4274-9113-1441D8DB7F2F}" type="pres">
      <dgm:prSet presAssocID="{7F9EB38E-D7A0-4297-8890-FB53851FBDB5}" presName="textRect" presStyleLbl="revTx" presStyleIdx="1" presStyleCnt="6">
        <dgm:presLayoutVars>
          <dgm:chMax val="1"/>
          <dgm:chPref val="1"/>
        </dgm:presLayoutVars>
      </dgm:prSet>
      <dgm:spPr/>
    </dgm:pt>
    <dgm:pt modelId="{45EC77FF-2E6D-4ED9-B1B0-6D1CE762C4CB}" type="pres">
      <dgm:prSet presAssocID="{8613C5D1-42B3-438A-8699-53F688E2260B}" presName="sibTrans" presStyleLbl="sibTrans2D1" presStyleIdx="0" presStyleCnt="0"/>
      <dgm:spPr/>
    </dgm:pt>
    <dgm:pt modelId="{0FFDF6A2-B123-4360-B1E1-C19B37DCC291}" type="pres">
      <dgm:prSet presAssocID="{872EC21F-4FB8-49BD-A0CE-C2EE0B869EF4}" presName="compNode" presStyleCnt="0"/>
      <dgm:spPr/>
    </dgm:pt>
    <dgm:pt modelId="{131660DC-1DEA-468B-B218-87FF11E353B2}" type="pres">
      <dgm:prSet presAssocID="{872EC21F-4FB8-49BD-A0CE-C2EE0B869EF4}" presName="iconBgRect" presStyleLbl="bgShp" presStyleIdx="2" presStyleCnt="6"/>
      <dgm:spPr/>
    </dgm:pt>
    <dgm:pt modelId="{1DB36E5A-9E3C-48EC-815A-45316DD838F1}" type="pres">
      <dgm:prSet presAssocID="{872EC21F-4FB8-49BD-A0CE-C2EE0B869EF4}" presName="iconRect" presStyleLbl="node1" presStyleIdx="2" presStyleCnt="6"/>
      <dgm:spPr>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dgm:spPr>
    </dgm:pt>
    <dgm:pt modelId="{C8EF7501-0A2C-448B-BBCB-727C2F545B08}" type="pres">
      <dgm:prSet presAssocID="{872EC21F-4FB8-49BD-A0CE-C2EE0B869EF4}" presName="spaceRect" presStyleCnt="0"/>
      <dgm:spPr/>
    </dgm:pt>
    <dgm:pt modelId="{D7BBC996-2666-495B-8379-0353FC132C64}" type="pres">
      <dgm:prSet presAssocID="{872EC21F-4FB8-49BD-A0CE-C2EE0B869EF4}" presName="textRect" presStyleLbl="revTx" presStyleIdx="2" presStyleCnt="6">
        <dgm:presLayoutVars>
          <dgm:chMax val="1"/>
          <dgm:chPref val="1"/>
        </dgm:presLayoutVars>
      </dgm:prSet>
      <dgm:spPr/>
    </dgm:pt>
    <dgm:pt modelId="{E45A4ABB-A905-40D3-A2CA-64F3DE5A8632}" type="pres">
      <dgm:prSet presAssocID="{23481811-ACE4-46B7-BD54-CAA5E40C605C}" presName="sibTrans" presStyleLbl="sibTrans2D1" presStyleIdx="0" presStyleCnt="0"/>
      <dgm:spPr/>
    </dgm:pt>
    <dgm:pt modelId="{31D0EEDD-ABF2-49AE-9A4E-12C28D978CC5}" type="pres">
      <dgm:prSet presAssocID="{6E1091B1-CAAE-489E-B806-481B0476B6E2}" presName="compNode" presStyleCnt="0"/>
      <dgm:spPr/>
    </dgm:pt>
    <dgm:pt modelId="{DC46CFBB-BC93-4FF1-806D-3A95FC642C35}" type="pres">
      <dgm:prSet presAssocID="{6E1091B1-CAAE-489E-B806-481B0476B6E2}" presName="iconBgRect" presStyleLbl="bgShp" presStyleIdx="3" presStyleCnt="6"/>
      <dgm:spPr/>
    </dgm:pt>
    <dgm:pt modelId="{74728A07-670D-4C1F-874A-72FE5492C5F9}" type="pres">
      <dgm:prSet presAssocID="{6E1091B1-CAAE-489E-B806-481B0476B6E2}"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Web Design"/>
        </a:ext>
      </dgm:extLst>
    </dgm:pt>
    <dgm:pt modelId="{B1E014B4-0CEA-40B5-A739-65175A82544F}" type="pres">
      <dgm:prSet presAssocID="{6E1091B1-CAAE-489E-B806-481B0476B6E2}" presName="spaceRect" presStyleCnt="0"/>
      <dgm:spPr/>
    </dgm:pt>
    <dgm:pt modelId="{DA3FE0FA-3164-42A2-A900-705C964B7802}" type="pres">
      <dgm:prSet presAssocID="{6E1091B1-CAAE-489E-B806-481B0476B6E2}" presName="textRect" presStyleLbl="revTx" presStyleIdx="3" presStyleCnt="6">
        <dgm:presLayoutVars>
          <dgm:chMax val="1"/>
          <dgm:chPref val="1"/>
        </dgm:presLayoutVars>
      </dgm:prSet>
      <dgm:spPr/>
    </dgm:pt>
    <dgm:pt modelId="{4766D018-FA90-4264-9CD2-1720062F9A17}" type="pres">
      <dgm:prSet presAssocID="{91B9515C-A5A8-4A29-9356-A025B2C027F9}" presName="sibTrans" presStyleLbl="sibTrans2D1" presStyleIdx="0" presStyleCnt="0"/>
      <dgm:spPr/>
    </dgm:pt>
    <dgm:pt modelId="{1B5777F3-A2F8-4D1D-83BB-C46A7C38F8B0}" type="pres">
      <dgm:prSet presAssocID="{53691828-397A-4A34-AB20-1E2F4C3EC50D}" presName="compNode" presStyleCnt="0"/>
      <dgm:spPr/>
    </dgm:pt>
    <dgm:pt modelId="{87EA9DCC-B494-4A1B-9104-18699D7ACF4B}" type="pres">
      <dgm:prSet presAssocID="{53691828-397A-4A34-AB20-1E2F4C3EC50D}" presName="iconBgRect" presStyleLbl="bgShp" presStyleIdx="4" presStyleCnt="6"/>
      <dgm:spPr/>
    </dgm:pt>
    <dgm:pt modelId="{7EAB2B14-B113-4762-8AF6-10669BB9BAB2}" type="pres">
      <dgm:prSet presAssocID="{53691828-397A-4A34-AB20-1E2F4C3EC50D}"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lectric Guitar"/>
        </a:ext>
      </dgm:extLst>
    </dgm:pt>
    <dgm:pt modelId="{96F676FD-4848-4D91-BB5A-829D1BD644A8}" type="pres">
      <dgm:prSet presAssocID="{53691828-397A-4A34-AB20-1E2F4C3EC50D}" presName="spaceRect" presStyleCnt="0"/>
      <dgm:spPr/>
    </dgm:pt>
    <dgm:pt modelId="{29542325-7378-4B49-B854-F5F451362341}" type="pres">
      <dgm:prSet presAssocID="{53691828-397A-4A34-AB20-1E2F4C3EC50D}" presName="textRect" presStyleLbl="revTx" presStyleIdx="4" presStyleCnt="6">
        <dgm:presLayoutVars>
          <dgm:chMax val="1"/>
          <dgm:chPref val="1"/>
        </dgm:presLayoutVars>
      </dgm:prSet>
      <dgm:spPr/>
    </dgm:pt>
    <dgm:pt modelId="{AA80155F-CE84-4220-805A-29038D594A71}" type="pres">
      <dgm:prSet presAssocID="{DF383BA9-96E5-481F-B54E-893B9CFDD4BA}" presName="sibTrans" presStyleLbl="sibTrans2D1" presStyleIdx="0" presStyleCnt="0"/>
      <dgm:spPr/>
    </dgm:pt>
    <dgm:pt modelId="{058F2EE9-0CEA-40EF-9B45-6C9FFA1C1B2C}" type="pres">
      <dgm:prSet presAssocID="{36161662-660B-4AE1-9B55-3B41F6D670BA}" presName="compNode" presStyleCnt="0"/>
      <dgm:spPr/>
    </dgm:pt>
    <dgm:pt modelId="{CD595790-E685-4019-A4EA-1B1B0751C7DF}" type="pres">
      <dgm:prSet presAssocID="{36161662-660B-4AE1-9B55-3B41F6D670BA}" presName="iconBgRect" presStyleLbl="bgShp" presStyleIdx="5" presStyleCnt="6"/>
      <dgm:spPr/>
    </dgm:pt>
    <dgm:pt modelId="{19341A7A-30F1-4A31-AE01-8DC1DA385928}" type="pres">
      <dgm:prSet presAssocID="{36161662-660B-4AE1-9B55-3B41F6D670BA}"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Gears"/>
        </a:ext>
      </dgm:extLst>
    </dgm:pt>
    <dgm:pt modelId="{985261DC-E24D-4A2E-948D-8AA6CE0E57B2}" type="pres">
      <dgm:prSet presAssocID="{36161662-660B-4AE1-9B55-3B41F6D670BA}" presName="spaceRect" presStyleCnt="0"/>
      <dgm:spPr/>
    </dgm:pt>
    <dgm:pt modelId="{981BF851-92EA-43D3-9901-ED541149B4A1}" type="pres">
      <dgm:prSet presAssocID="{36161662-660B-4AE1-9B55-3B41F6D670BA}" presName="textRect" presStyleLbl="revTx" presStyleIdx="5" presStyleCnt="6">
        <dgm:presLayoutVars>
          <dgm:chMax val="1"/>
          <dgm:chPref val="1"/>
        </dgm:presLayoutVars>
      </dgm:prSet>
      <dgm:spPr/>
    </dgm:pt>
  </dgm:ptLst>
  <dgm:cxnLst>
    <dgm:cxn modelId="{EB1F0912-AD77-43A1-9F65-66CB96B3F8A3}" srcId="{7A340001-738F-40A1-87D0-E6EF0D2BA996}" destId="{53691828-397A-4A34-AB20-1E2F4C3EC50D}" srcOrd="4" destOrd="0" parTransId="{CAFE2330-57E1-4157-9DFC-D50EC6F23D36}" sibTransId="{DF383BA9-96E5-481F-B54E-893B9CFDD4BA}"/>
    <dgm:cxn modelId="{911BB212-E88C-40B8-ADD8-53BA3A3E5439}" type="presOf" srcId="{6E1091B1-CAAE-489E-B806-481B0476B6E2}" destId="{DA3FE0FA-3164-42A2-A900-705C964B7802}" srcOrd="0" destOrd="0" presId="urn:microsoft.com/office/officeart/2018/2/layout/IconCircleList"/>
    <dgm:cxn modelId="{BDFA2827-109E-44A0-99AE-F4E1D5C28CA5}" type="presOf" srcId="{DF383BA9-96E5-481F-B54E-893B9CFDD4BA}" destId="{AA80155F-CE84-4220-805A-29038D594A71}" srcOrd="0" destOrd="0" presId="urn:microsoft.com/office/officeart/2018/2/layout/IconCircleList"/>
    <dgm:cxn modelId="{45C4A063-0CC0-404E-A061-B5D9CB3C73BC}" type="presOf" srcId="{590AE7D7-A4A5-4009-B912-DFBE9737BD71}" destId="{793C733D-78A0-4F6B-B263-0D2B30A2D8A2}" srcOrd="0" destOrd="0" presId="urn:microsoft.com/office/officeart/2018/2/layout/IconCircleList"/>
    <dgm:cxn modelId="{34746965-8E1D-485F-9A89-8FBAC391DF3A}" srcId="{7A340001-738F-40A1-87D0-E6EF0D2BA996}" destId="{A0940368-1FBE-4F34-BECC-F7D02CA18C4B}" srcOrd="0" destOrd="0" parTransId="{721616B4-2E07-4E23-B5E8-CAD639D25DC1}" sibTransId="{590AE7D7-A4A5-4009-B912-DFBE9737BD71}"/>
    <dgm:cxn modelId="{EE7F7F67-829A-46E5-AA7E-1B6DCF351E36}" type="presOf" srcId="{A0940368-1FBE-4F34-BECC-F7D02CA18C4B}" destId="{2934C564-C650-4F1B-AB94-DF00294DCE83}" srcOrd="0" destOrd="0" presId="urn:microsoft.com/office/officeart/2018/2/layout/IconCircleList"/>
    <dgm:cxn modelId="{782C146C-66F7-41FE-A509-E8CBDE815CF5}" type="presOf" srcId="{7A340001-738F-40A1-87D0-E6EF0D2BA996}" destId="{4E5D1FB0-C0C0-4A7A-A096-CC0BADBBE5D7}" srcOrd="0" destOrd="0" presId="urn:microsoft.com/office/officeart/2018/2/layout/IconCircleList"/>
    <dgm:cxn modelId="{A89C2B6C-F3F9-43E1-955E-EBC4DFB240CB}" srcId="{7A340001-738F-40A1-87D0-E6EF0D2BA996}" destId="{36161662-660B-4AE1-9B55-3B41F6D670BA}" srcOrd="5" destOrd="0" parTransId="{DF9B5699-A3E7-4DDA-94C2-9A359F8B38A3}" sibTransId="{A51EBDC3-BBAE-4787-8A0F-08531C9CDB22}"/>
    <dgm:cxn modelId="{FCF1E24D-C24C-4EF2-A184-1BFF6522B239}" type="presOf" srcId="{23481811-ACE4-46B7-BD54-CAA5E40C605C}" destId="{E45A4ABB-A905-40D3-A2CA-64F3DE5A8632}" srcOrd="0" destOrd="0" presId="urn:microsoft.com/office/officeart/2018/2/layout/IconCircleList"/>
    <dgm:cxn modelId="{E6F90E86-F559-4FB0-B488-5F1BEC7BAA2C}" srcId="{7A340001-738F-40A1-87D0-E6EF0D2BA996}" destId="{872EC21F-4FB8-49BD-A0CE-C2EE0B869EF4}" srcOrd="2" destOrd="0" parTransId="{C9FBCC02-4290-49A3-B28B-CE72306CBBB3}" sibTransId="{23481811-ACE4-46B7-BD54-CAA5E40C605C}"/>
    <dgm:cxn modelId="{AE383C89-000F-44B6-9AF3-7684B62E5BD8}" type="presOf" srcId="{872EC21F-4FB8-49BD-A0CE-C2EE0B869EF4}" destId="{D7BBC996-2666-495B-8379-0353FC132C64}" srcOrd="0" destOrd="0" presId="urn:microsoft.com/office/officeart/2018/2/layout/IconCircleList"/>
    <dgm:cxn modelId="{1DE92794-CDE1-4F43-9D65-92BAE9D5014C}" type="presOf" srcId="{36161662-660B-4AE1-9B55-3B41F6D670BA}" destId="{981BF851-92EA-43D3-9901-ED541149B4A1}" srcOrd="0" destOrd="0" presId="urn:microsoft.com/office/officeart/2018/2/layout/IconCircleList"/>
    <dgm:cxn modelId="{E447E29C-298B-4F32-B5A3-7EFBC4C79DED}" type="presOf" srcId="{8613C5D1-42B3-438A-8699-53F688E2260B}" destId="{45EC77FF-2E6D-4ED9-B1B0-6D1CE762C4CB}" srcOrd="0" destOrd="0" presId="urn:microsoft.com/office/officeart/2018/2/layout/IconCircleList"/>
    <dgm:cxn modelId="{5438D5A0-D960-455E-A3E6-16AEA9B08294}" type="presOf" srcId="{91B9515C-A5A8-4A29-9356-A025B2C027F9}" destId="{4766D018-FA90-4264-9CD2-1720062F9A17}" srcOrd="0" destOrd="0" presId="urn:microsoft.com/office/officeart/2018/2/layout/IconCircleList"/>
    <dgm:cxn modelId="{51DEB0BB-9B4B-4947-A095-C09FC974E843}" type="presOf" srcId="{7F9EB38E-D7A0-4297-8890-FB53851FBDB5}" destId="{A9C57E90-4B0A-4274-9113-1441D8DB7F2F}" srcOrd="0" destOrd="0" presId="urn:microsoft.com/office/officeart/2018/2/layout/IconCircleList"/>
    <dgm:cxn modelId="{B85C26CE-9EDA-4399-9C07-EDA7ACF476E4}" srcId="{7A340001-738F-40A1-87D0-E6EF0D2BA996}" destId="{6E1091B1-CAAE-489E-B806-481B0476B6E2}" srcOrd="3" destOrd="0" parTransId="{F6E353BF-3FA7-48D1-8A8E-75AC5E4C6355}" sibTransId="{91B9515C-A5A8-4A29-9356-A025B2C027F9}"/>
    <dgm:cxn modelId="{072E06EE-9FEB-4538-9F10-529C80210213}" srcId="{7A340001-738F-40A1-87D0-E6EF0D2BA996}" destId="{7F9EB38E-D7A0-4297-8890-FB53851FBDB5}" srcOrd="1" destOrd="0" parTransId="{AAF03E21-C0E6-48BB-8FD8-C0B6ABAB40D1}" sibTransId="{8613C5D1-42B3-438A-8699-53F688E2260B}"/>
    <dgm:cxn modelId="{38FC3DF6-D0EC-4E42-B94C-6A66409CE8CD}" type="presOf" srcId="{53691828-397A-4A34-AB20-1E2F4C3EC50D}" destId="{29542325-7378-4B49-B854-F5F451362341}" srcOrd="0" destOrd="0" presId="urn:microsoft.com/office/officeart/2018/2/layout/IconCircleList"/>
    <dgm:cxn modelId="{A8293BD4-B67C-49AD-81C0-CBCB3A5982E3}" type="presParOf" srcId="{4E5D1FB0-C0C0-4A7A-A096-CC0BADBBE5D7}" destId="{6CBBF14C-0FE4-4869-9212-BA2B97B08F3D}" srcOrd="0" destOrd="0" presId="urn:microsoft.com/office/officeart/2018/2/layout/IconCircleList"/>
    <dgm:cxn modelId="{DAF81F88-5399-4D47-AEB9-EF1D35B49208}" type="presParOf" srcId="{6CBBF14C-0FE4-4869-9212-BA2B97B08F3D}" destId="{3648D0DA-F49E-404C-82E4-44EF4E2451F1}" srcOrd="0" destOrd="0" presId="urn:microsoft.com/office/officeart/2018/2/layout/IconCircleList"/>
    <dgm:cxn modelId="{D9D55ACC-A609-4A53-98BF-A3DB8C91829A}" type="presParOf" srcId="{3648D0DA-F49E-404C-82E4-44EF4E2451F1}" destId="{19636560-E776-4F40-839C-C5EA59954CAA}" srcOrd="0" destOrd="0" presId="urn:microsoft.com/office/officeart/2018/2/layout/IconCircleList"/>
    <dgm:cxn modelId="{B94EE37B-D2F6-40CD-A56A-736B42CB4AF7}" type="presParOf" srcId="{3648D0DA-F49E-404C-82E4-44EF4E2451F1}" destId="{7D99E59A-B4CC-409C-95ED-6E3D7D83E521}" srcOrd="1" destOrd="0" presId="urn:microsoft.com/office/officeart/2018/2/layout/IconCircleList"/>
    <dgm:cxn modelId="{0E80BB98-1648-47EF-8177-94A43928C1A7}" type="presParOf" srcId="{3648D0DA-F49E-404C-82E4-44EF4E2451F1}" destId="{FDE50780-D69B-4935-851A-59ADC8EB2797}" srcOrd="2" destOrd="0" presId="urn:microsoft.com/office/officeart/2018/2/layout/IconCircleList"/>
    <dgm:cxn modelId="{8D3EC3C4-567C-46E2-8F0C-80868636C1F6}" type="presParOf" srcId="{3648D0DA-F49E-404C-82E4-44EF4E2451F1}" destId="{2934C564-C650-4F1B-AB94-DF00294DCE83}" srcOrd="3" destOrd="0" presId="urn:microsoft.com/office/officeart/2018/2/layout/IconCircleList"/>
    <dgm:cxn modelId="{F18BF2BD-57EF-44C4-9CCA-294493CE62A1}" type="presParOf" srcId="{6CBBF14C-0FE4-4869-9212-BA2B97B08F3D}" destId="{793C733D-78A0-4F6B-B263-0D2B30A2D8A2}" srcOrd="1" destOrd="0" presId="urn:microsoft.com/office/officeart/2018/2/layout/IconCircleList"/>
    <dgm:cxn modelId="{00ED1FFF-402A-4F73-A000-0F3A90AF53A7}" type="presParOf" srcId="{6CBBF14C-0FE4-4869-9212-BA2B97B08F3D}" destId="{A6691584-1F2D-49E7-AF41-DD20E0FDC423}" srcOrd="2" destOrd="0" presId="urn:microsoft.com/office/officeart/2018/2/layout/IconCircleList"/>
    <dgm:cxn modelId="{413CBF19-6F6F-455E-AEF2-CE38077BF295}" type="presParOf" srcId="{A6691584-1F2D-49E7-AF41-DD20E0FDC423}" destId="{9133F228-1B5E-4306-AD46-510FDA458118}" srcOrd="0" destOrd="0" presId="urn:microsoft.com/office/officeart/2018/2/layout/IconCircleList"/>
    <dgm:cxn modelId="{4B1CA5F1-E259-433B-BC80-E610BFEF70BE}" type="presParOf" srcId="{A6691584-1F2D-49E7-AF41-DD20E0FDC423}" destId="{88E8C882-80F8-42CC-8230-2F4F85A690CD}" srcOrd="1" destOrd="0" presId="urn:microsoft.com/office/officeart/2018/2/layout/IconCircleList"/>
    <dgm:cxn modelId="{545A07C2-E2A2-4529-9F9F-51A770BA0148}" type="presParOf" srcId="{A6691584-1F2D-49E7-AF41-DD20E0FDC423}" destId="{898092E8-EDA9-4288-9E16-01B98E23A102}" srcOrd="2" destOrd="0" presId="urn:microsoft.com/office/officeart/2018/2/layout/IconCircleList"/>
    <dgm:cxn modelId="{E3E5F8E7-1116-491D-8292-4086480CE702}" type="presParOf" srcId="{A6691584-1F2D-49E7-AF41-DD20E0FDC423}" destId="{A9C57E90-4B0A-4274-9113-1441D8DB7F2F}" srcOrd="3" destOrd="0" presId="urn:microsoft.com/office/officeart/2018/2/layout/IconCircleList"/>
    <dgm:cxn modelId="{50B170A1-AE67-4244-9B6D-DEDC4E002B86}" type="presParOf" srcId="{6CBBF14C-0FE4-4869-9212-BA2B97B08F3D}" destId="{45EC77FF-2E6D-4ED9-B1B0-6D1CE762C4CB}" srcOrd="3" destOrd="0" presId="urn:microsoft.com/office/officeart/2018/2/layout/IconCircleList"/>
    <dgm:cxn modelId="{3BD553CC-4481-42A7-B34C-82F630072052}" type="presParOf" srcId="{6CBBF14C-0FE4-4869-9212-BA2B97B08F3D}" destId="{0FFDF6A2-B123-4360-B1E1-C19B37DCC291}" srcOrd="4" destOrd="0" presId="urn:microsoft.com/office/officeart/2018/2/layout/IconCircleList"/>
    <dgm:cxn modelId="{618004AB-131C-46B2-952B-9315A3BBBB56}" type="presParOf" srcId="{0FFDF6A2-B123-4360-B1E1-C19B37DCC291}" destId="{131660DC-1DEA-468B-B218-87FF11E353B2}" srcOrd="0" destOrd="0" presId="urn:microsoft.com/office/officeart/2018/2/layout/IconCircleList"/>
    <dgm:cxn modelId="{BFE481D9-6A34-4B93-AA43-FD3F4827613F}" type="presParOf" srcId="{0FFDF6A2-B123-4360-B1E1-C19B37DCC291}" destId="{1DB36E5A-9E3C-48EC-815A-45316DD838F1}" srcOrd="1" destOrd="0" presId="urn:microsoft.com/office/officeart/2018/2/layout/IconCircleList"/>
    <dgm:cxn modelId="{6363607B-B037-4BB7-B868-8D4E850DF2C5}" type="presParOf" srcId="{0FFDF6A2-B123-4360-B1E1-C19B37DCC291}" destId="{C8EF7501-0A2C-448B-BBCB-727C2F545B08}" srcOrd="2" destOrd="0" presId="urn:microsoft.com/office/officeart/2018/2/layout/IconCircleList"/>
    <dgm:cxn modelId="{FD53581D-BD1D-4D4F-888B-06138F2C6337}" type="presParOf" srcId="{0FFDF6A2-B123-4360-B1E1-C19B37DCC291}" destId="{D7BBC996-2666-495B-8379-0353FC132C64}" srcOrd="3" destOrd="0" presId="urn:microsoft.com/office/officeart/2018/2/layout/IconCircleList"/>
    <dgm:cxn modelId="{CE3C0CA0-47E8-4609-918B-704FE3BA1ED9}" type="presParOf" srcId="{6CBBF14C-0FE4-4869-9212-BA2B97B08F3D}" destId="{E45A4ABB-A905-40D3-A2CA-64F3DE5A8632}" srcOrd="5" destOrd="0" presId="urn:microsoft.com/office/officeart/2018/2/layout/IconCircleList"/>
    <dgm:cxn modelId="{CD98C2C5-4544-40AF-B79C-212B7E951D41}" type="presParOf" srcId="{6CBBF14C-0FE4-4869-9212-BA2B97B08F3D}" destId="{31D0EEDD-ABF2-49AE-9A4E-12C28D978CC5}" srcOrd="6" destOrd="0" presId="urn:microsoft.com/office/officeart/2018/2/layout/IconCircleList"/>
    <dgm:cxn modelId="{2D227D32-195C-4DE1-AF92-48A8D48D379E}" type="presParOf" srcId="{31D0EEDD-ABF2-49AE-9A4E-12C28D978CC5}" destId="{DC46CFBB-BC93-4FF1-806D-3A95FC642C35}" srcOrd="0" destOrd="0" presId="urn:microsoft.com/office/officeart/2018/2/layout/IconCircleList"/>
    <dgm:cxn modelId="{64CA7BE9-82F8-4B4B-9A8E-626EC371DF1F}" type="presParOf" srcId="{31D0EEDD-ABF2-49AE-9A4E-12C28D978CC5}" destId="{74728A07-670D-4C1F-874A-72FE5492C5F9}" srcOrd="1" destOrd="0" presId="urn:microsoft.com/office/officeart/2018/2/layout/IconCircleList"/>
    <dgm:cxn modelId="{6D65CE95-8F02-46C6-9A4F-C79845559B13}" type="presParOf" srcId="{31D0EEDD-ABF2-49AE-9A4E-12C28D978CC5}" destId="{B1E014B4-0CEA-40B5-A739-65175A82544F}" srcOrd="2" destOrd="0" presId="urn:microsoft.com/office/officeart/2018/2/layout/IconCircleList"/>
    <dgm:cxn modelId="{218167EC-148C-49EA-90B7-A52663A93F90}" type="presParOf" srcId="{31D0EEDD-ABF2-49AE-9A4E-12C28D978CC5}" destId="{DA3FE0FA-3164-42A2-A900-705C964B7802}" srcOrd="3" destOrd="0" presId="urn:microsoft.com/office/officeart/2018/2/layout/IconCircleList"/>
    <dgm:cxn modelId="{910BFF1C-CF74-46DF-B397-972DCC1F6842}" type="presParOf" srcId="{6CBBF14C-0FE4-4869-9212-BA2B97B08F3D}" destId="{4766D018-FA90-4264-9CD2-1720062F9A17}" srcOrd="7" destOrd="0" presId="urn:microsoft.com/office/officeart/2018/2/layout/IconCircleList"/>
    <dgm:cxn modelId="{0036123F-87F4-4BDD-871D-5DD458349F4F}" type="presParOf" srcId="{6CBBF14C-0FE4-4869-9212-BA2B97B08F3D}" destId="{1B5777F3-A2F8-4D1D-83BB-C46A7C38F8B0}" srcOrd="8" destOrd="0" presId="urn:microsoft.com/office/officeart/2018/2/layout/IconCircleList"/>
    <dgm:cxn modelId="{EE2D0CE7-8447-4FA7-8640-2524242BA7BB}" type="presParOf" srcId="{1B5777F3-A2F8-4D1D-83BB-C46A7C38F8B0}" destId="{87EA9DCC-B494-4A1B-9104-18699D7ACF4B}" srcOrd="0" destOrd="0" presId="urn:microsoft.com/office/officeart/2018/2/layout/IconCircleList"/>
    <dgm:cxn modelId="{FCD5526A-9948-469F-B4E2-90594DC37818}" type="presParOf" srcId="{1B5777F3-A2F8-4D1D-83BB-C46A7C38F8B0}" destId="{7EAB2B14-B113-4762-8AF6-10669BB9BAB2}" srcOrd="1" destOrd="0" presId="urn:microsoft.com/office/officeart/2018/2/layout/IconCircleList"/>
    <dgm:cxn modelId="{2816BBDF-2AE9-4CCF-B544-27667A2FC62C}" type="presParOf" srcId="{1B5777F3-A2F8-4D1D-83BB-C46A7C38F8B0}" destId="{96F676FD-4848-4D91-BB5A-829D1BD644A8}" srcOrd="2" destOrd="0" presId="urn:microsoft.com/office/officeart/2018/2/layout/IconCircleList"/>
    <dgm:cxn modelId="{9D8A0A28-5B65-401A-8CAA-2803BAB3D44D}" type="presParOf" srcId="{1B5777F3-A2F8-4D1D-83BB-C46A7C38F8B0}" destId="{29542325-7378-4B49-B854-F5F451362341}" srcOrd="3" destOrd="0" presId="urn:microsoft.com/office/officeart/2018/2/layout/IconCircleList"/>
    <dgm:cxn modelId="{9ADCA000-FEB0-41EC-914B-FCB18EF0A722}" type="presParOf" srcId="{6CBBF14C-0FE4-4869-9212-BA2B97B08F3D}" destId="{AA80155F-CE84-4220-805A-29038D594A71}" srcOrd="9" destOrd="0" presId="urn:microsoft.com/office/officeart/2018/2/layout/IconCircleList"/>
    <dgm:cxn modelId="{5DC3052A-3E5B-4F6C-A668-D94038EE216B}" type="presParOf" srcId="{6CBBF14C-0FE4-4869-9212-BA2B97B08F3D}" destId="{058F2EE9-0CEA-40EF-9B45-6C9FFA1C1B2C}" srcOrd="10" destOrd="0" presId="urn:microsoft.com/office/officeart/2018/2/layout/IconCircleList"/>
    <dgm:cxn modelId="{8C0982D2-3D8D-48B2-A50E-78AA84EA6D82}" type="presParOf" srcId="{058F2EE9-0CEA-40EF-9B45-6C9FFA1C1B2C}" destId="{CD595790-E685-4019-A4EA-1B1B0751C7DF}" srcOrd="0" destOrd="0" presId="urn:microsoft.com/office/officeart/2018/2/layout/IconCircleList"/>
    <dgm:cxn modelId="{9D00FAB1-C2ED-4320-B164-33D75E62E78F}" type="presParOf" srcId="{058F2EE9-0CEA-40EF-9B45-6C9FFA1C1B2C}" destId="{19341A7A-30F1-4A31-AE01-8DC1DA385928}" srcOrd="1" destOrd="0" presId="urn:microsoft.com/office/officeart/2018/2/layout/IconCircleList"/>
    <dgm:cxn modelId="{11512AAC-3D56-40D3-B3D3-EA8D8A52FBD1}" type="presParOf" srcId="{058F2EE9-0CEA-40EF-9B45-6C9FFA1C1B2C}" destId="{985261DC-E24D-4A2E-948D-8AA6CE0E57B2}" srcOrd="2" destOrd="0" presId="urn:microsoft.com/office/officeart/2018/2/layout/IconCircleList"/>
    <dgm:cxn modelId="{3120D03C-0A38-4444-B05B-7537FC8A800E}" type="presParOf" srcId="{058F2EE9-0CEA-40EF-9B45-6C9FFA1C1B2C}" destId="{981BF851-92EA-43D3-9901-ED541149B4A1}"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22715C5-8D8D-48A8-ABCB-60AB77D0A187}" type="doc">
      <dgm:prSet loTypeId="urn:microsoft.com/office/officeart/2016/7/layout/RepeatingBendingProcessNew" loCatId="process" qsTypeId="urn:microsoft.com/office/officeart/2005/8/quickstyle/simple1" qsCatId="simple" csTypeId="urn:microsoft.com/office/officeart/2005/8/colors/colorful1" csCatId="colorful" phldr="1"/>
      <dgm:spPr/>
      <dgm:t>
        <a:bodyPr/>
        <a:lstStyle/>
        <a:p>
          <a:endParaRPr lang="en-US"/>
        </a:p>
      </dgm:t>
    </dgm:pt>
    <dgm:pt modelId="{EB68E575-2273-4F56-AE81-9241DF43F2E5}">
      <dgm:prSet custT="1"/>
      <dgm:spPr>
        <a:solidFill>
          <a:schemeClr val="accent6"/>
        </a:solidFill>
      </dgm:spPr>
      <dgm:t>
        <a:bodyPr/>
        <a:lstStyle/>
        <a:p>
          <a:r>
            <a:rPr lang="en-US" sz="1400"/>
            <a:t>Playback-synced chord display</a:t>
          </a:r>
        </a:p>
        <a:p>
          <a:r>
            <a:rPr lang="en-US" sz="1400" b="1"/>
            <a:t>WEEK 3</a:t>
          </a:r>
        </a:p>
      </dgm:t>
    </dgm:pt>
    <dgm:pt modelId="{CF5922CD-CDAB-4161-BC66-75596C0760A7}" type="parTrans" cxnId="{E7E2D8CA-C9A6-462F-BDD7-4B1DB0F7F3F3}">
      <dgm:prSet/>
      <dgm:spPr/>
      <dgm:t>
        <a:bodyPr/>
        <a:lstStyle/>
        <a:p>
          <a:endParaRPr lang="en-US"/>
        </a:p>
      </dgm:t>
    </dgm:pt>
    <dgm:pt modelId="{751C1FDD-547C-4ED7-B2F7-4DC5239F062D}" type="sibTrans" cxnId="{E7E2D8CA-C9A6-462F-BDD7-4B1DB0F7F3F3}">
      <dgm:prSet/>
      <dgm:spPr/>
      <dgm:t>
        <a:bodyPr/>
        <a:lstStyle/>
        <a:p>
          <a:endParaRPr lang="en-US"/>
        </a:p>
      </dgm:t>
    </dgm:pt>
    <dgm:pt modelId="{D178B98E-4BD5-4E9C-BE7A-F2396C13A490}">
      <dgm:prSet custT="1"/>
      <dgm:spPr>
        <a:solidFill>
          <a:schemeClr val="accent6"/>
        </a:solidFill>
      </dgm:spPr>
      <dgm:t>
        <a:bodyPr/>
        <a:lstStyle/>
        <a:p>
          <a:r>
            <a:rPr lang="en-US" sz="1400"/>
            <a:t>Custom lightweight ML model </a:t>
          </a:r>
        </a:p>
        <a:p>
          <a:r>
            <a:rPr lang="en-US" sz="1400" b="1"/>
            <a:t>WEEK 4</a:t>
          </a:r>
        </a:p>
      </dgm:t>
    </dgm:pt>
    <dgm:pt modelId="{61BD1837-BB65-48AF-B16D-09A0213047E1}" type="parTrans" cxnId="{6133F821-6360-4563-BAE5-63165D3CF24A}">
      <dgm:prSet/>
      <dgm:spPr/>
      <dgm:t>
        <a:bodyPr/>
        <a:lstStyle/>
        <a:p>
          <a:endParaRPr lang="en-US"/>
        </a:p>
      </dgm:t>
    </dgm:pt>
    <dgm:pt modelId="{7EA8E30A-2420-4B69-96E0-7F2C2D1CEF62}" type="sibTrans" cxnId="{6133F821-6360-4563-BAE5-63165D3CF24A}">
      <dgm:prSet/>
      <dgm:spPr/>
      <dgm:t>
        <a:bodyPr/>
        <a:lstStyle/>
        <a:p>
          <a:endParaRPr lang="en-US"/>
        </a:p>
      </dgm:t>
    </dgm:pt>
    <dgm:pt modelId="{F72711B3-BD8F-4AFF-B516-63EF3DA48D54}">
      <dgm:prSet custT="1"/>
      <dgm:spPr>
        <a:solidFill>
          <a:schemeClr val="accent6"/>
        </a:solidFill>
      </dgm:spPr>
      <dgm:t>
        <a:bodyPr/>
        <a:lstStyle/>
        <a:p>
          <a:r>
            <a:rPr lang="en-US" sz="1400"/>
            <a:t>ESP32C3 ADC/DMA setup </a:t>
          </a:r>
        </a:p>
        <a:p>
          <a:r>
            <a:rPr lang="en-US" sz="1400" b="1"/>
            <a:t>WEEK 4</a:t>
          </a:r>
        </a:p>
      </dgm:t>
    </dgm:pt>
    <dgm:pt modelId="{0BDA50F5-A944-47A2-8F31-C8D599F368B6}" type="parTrans" cxnId="{181AE8B3-3DCE-47B2-8CA3-41CFC27352A7}">
      <dgm:prSet/>
      <dgm:spPr/>
      <dgm:t>
        <a:bodyPr/>
        <a:lstStyle/>
        <a:p>
          <a:endParaRPr lang="en-US"/>
        </a:p>
      </dgm:t>
    </dgm:pt>
    <dgm:pt modelId="{7CB12D17-C5CA-4D7F-8C84-A6DF34CF8B2D}" type="sibTrans" cxnId="{181AE8B3-3DCE-47B2-8CA3-41CFC27352A7}">
      <dgm:prSet/>
      <dgm:spPr/>
      <dgm:t>
        <a:bodyPr/>
        <a:lstStyle/>
        <a:p>
          <a:endParaRPr lang="en-US"/>
        </a:p>
      </dgm:t>
    </dgm:pt>
    <dgm:pt modelId="{BDAD725A-0EA5-405E-8692-DB1031F14878}">
      <dgm:prSet custT="1"/>
      <dgm:spPr>
        <a:solidFill>
          <a:schemeClr val="accent6"/>
        </a:solidFill>
      </dgm:spPr>
      <dgm:t>
        <a:bodyPr/>
        <a:lstStyle/>
        <a:p>
          <a:r>
            <a:rPr lang="en-US" sz="1400"/>
            <a:t>Analog input conditioning</a:t>
          </a:r>
        </a:p>
        <a:p>
          <a:r>
            <a:rPr lang="en-US" sz="1400" b="1"/>
            <a:t>WEEK 4 </a:t>
          </a:r>
        </a:p>
      </dgm:t>
    </dgm:pt>
    <dgm:pt modelId="{B10B66EC-7BEF-4153-B170-42C267A9B843}" type="parTrans" cxnId="{DE1812B5-0D29-4D73-A615-4A2EC0B5E6C7}">
      <dgm:prSet/>
      <dgm:spPr/>
      <dgm:t>
        <a:bodyPr/>
        <a:lstStyle/>
        <a:p>
          <a:endParaRPr lang="en-US"/>
        </a:p>
      </dgm:t>
    </dgm:pt>
    <dgm:pt modelId="{55219F87-1247-4C94-A406-F50FC7EAF895}" type="sibTrans" cxnId="{DE1812B5-0D29-4D73-A615-4A2EC0B5E6C7}">
      <dgm:prSet/>
      <dgm:spPr/>
      <dgm:t>
        <a:bodyPr/>
        <a:lstStyle/>
        <a:p>
          <a:endParaRPr lang="en-US"/>
        </a:p>
      </dgm:t>
    </dgm:pt>
    <dgm:pt modelId="{50C8E765-2F1D-44D1-86EA-AC2DE24941EE}">
      <dgm:prSet custT="1"/>
      <dgm:spPr>
        <a:solidFill>
          <a:schemeClr val="accent6"/>
        </a:solidFill>
      </dgm:spPr>
      <dgm:t>
        <a:bodyPr/>
        <a:lstStyle/>
        <a:p>
          <a:r>
            <a:rPr lang="en-US" sz="1400"/>
            <a:t>Analog-to-ESP integration </a:t>
          </a:r>
        </a:p>
        <a:p>
          <a:r>
            <a:rPr lang="en-US" sz="1400" b="1"/>
            <a:t>WEEK 4</a:t>
          </a:r>
        </a:p>
      </dgm:t>
    </dgm:pt>
    <dgm:pt modelId="{6D582979-B9F8-4F37-BDBF-303F50330C05}" type="parTrans" cxnId="{626F4C03-7830-4A14-A341-505077D66773}">
      <dgm:prSet/>
      <dgm:spPr/>
      <dgm:t>
        <a:bodyPr/>
        <a:lstStyle/>
        <a:p>
          <a:endParaRPr lang="en-US"/>
        </a:p>
      </dgm:t>
    </dgm:pt>
    <dgm:pt modelId="{993CB872-A0F8-4342-9209-725049407D97}" type="sibTrans" cxnId="{626F4C03-7830-4A14-A341-505077D66773}">
      <dgm:prSet/>
      <dgm:spPr/>
      <dgm:t>
        <a:bodyPr/>
        <a:lstStyle/>
        <a:p>
          <a:endParaRPr lang="en-US"/>
        </a:p>
      </dgm:t>
    </dgm:pt>
    <dgm:pt modelId="{08250777-4913-4077-AD51-E1881C9B7005}">
      <dgm:prSet custT="1"/>
      <dgm:spPr>
        <a:solidFill>
          <a:srgbClr val="002060"/>
        </a:solidFill>
      </dgm:spPr>
      <dgm:t>
        <a:bodyPr/>
        <a:lstStyle/>
        <a:p>
          <a:r>
            <a:rPr lang="en-US" sz="1400" dirty="0"/>
            <a:t>Finalize display hardware </a:t>
          </a:r>
        </a:p>
        <a:p>
          <a:r>
            <a:rPr lang="en-US" sz="1400" b="1" dirty="0"/>
            <a:t>WEEK 5</a:t>
          </a:r>
        </a:p>
      </dgm:t>
    </dgm:pt>
    <dgm:pt modelId="{2BEE0CBC-73FA-41EE-A1ED-45B3176F695C}" type="parTrans" cxnId="{EC8740E1-D45F-42AF-B06C-A4945BAB2B77}">
      <dgm:prSet/>
      <dgm:spPr/>
      <dgm:t>
        <a:bodyPr/>
        <a:lstStyle/>
        <a:p>
          <a:endParaRPr lang="en-US"/>
        </a:p>
      </dgm:t>
    </dgm:pt>
    <dgm:pt modelId="{D2600BF4-3DCE-48A9-AC67-29CFEEB076EC}" type="sibTrans" cxnId="{EC8740E1-D45F-42AF-B06C-A4945BAB2B77}">
      <dgm:prSet/>
      <dgm:spPr/>
      <dgm:t>
        <a:bodyPr/>
        <a:lstStyle/>
        <a:p>
          <a:endParaRPr lang="en-US"/>
        </a:p>
      </dgm:t>
    </dgm:pt>
    <dgm:pt modelId="{74CA5460-EA41-4CD2-BB88-BFC4AEB3E298}">
      <dgm:prSet custT="1"/>
      <dgm:spPr>
        <a:solidFill>
          <a:srgbClr val="002060"/>
        </a:solidFill>
      </dgm:spPr>
      <dgm:t>
        <a:bodyPr/>
        <a:lstStyle/>
        <a:p>
          <a:r>
            <a:rPr lang="en-US" sz="1400" dirty="0"/>
            <a:t>GPIO button controls</a:t>
          </a:r>
        </a:p>
        <a:p>
          <a:r>
            <a:rPr lang="en-US" sz="1400" b="1" dirty="0"/>
            <a:t>WEEK 5</a:t>
          </a:r>
        </a:p>
      </dgm:t>
    </dgm:pt>
    <dgm:pt modelId="{E1F97D5E-6748-4AEA-8FAE-413A52EE8FBF}" type="parTrans" cxnId="{9CE1F9D7-FA52-4870-B28A-9D1DB46DCF0B}">
      <dgm:prSet/>
      <dgm:spPr/>
      <dgm:t>
        <a:bodyPr/>
        <a:lstStyle/>
        <a:p>
          <a:endParaRPr lang="en-US"/>
        </a:p>
      </dgm:t>
    </dgm:pt>
    <dgm:pt modelId="{007DFCD6-AEA5-426F-960A-FB34CB021125}" type="sibTrans" cxnId="{9CE1F9D7-FA52-4870-B28A-9D1DB46DCF0B}">
      <dgm:prSet/>
      <dgm:spPr/>
      <dgm:t>
        <a:bodyPr/>
        <a:lstStyle/>
        <a:p>
          <a:endParaRPr lang="en-US"/>
        </a:p>
      </dgm:t>
    </dgm:pt>
    <dgm:pt modelId="{851C5572-AD63-447F-8770-6AA470C1EF7B}">
      <dgm:prSet custT="1"/>
      <dgm:spPr>
        <a:solidFill>
          <a:srgbClr val="FFC000"/>
        </a:solidFill>
      </dgm:spPr>
      <dgm:t>
        <a:bodyPr/>
        <a:lstStyle/>
        <a:p>
          <a:r>
            <a:rPr lang="en-US" sz="1400" dirty="0"/>
            <a:t>Real-time feedback</a:t>
          </a:r>
        </a:p>
        <a:p>
          <a:r>
            <a:rPr lang="en-US" sz="1400" b="1" dirty="0"/>
            <a:t>DESIGN 2 </a:t>
          </a:r>
        </a:p>
      </dgm:t>
    </dgm:pt>
    <dgm:pt modelId="{1FAFDED7-F51A-4E0B-B6B9-99FFF8363343}" type="parTrans" cxnId="{5792AA98-0376-4554-B964-3D3624099FA0}">
      <dgm:prSet/>
      <dgm:spPr/>
      <dgm:t>
        <a:bodyPr/>
        <a:lstStyle/>
        <a:p>
          <a:endParaRPr lang="en-US"/>
        </a:p>
      </dgm:t>
    </dgm:pt>
    <dgm:pt modelId="{3321AC55-AA36-47BD-A3EA-C69D145EA1F5}" type="sibTrans" cxnId="{5792AA98-0376-4554-B964-3D3624099FA0}">
      <dgm:prSet/>
      <dgm:spPr/>
      <dgm:t>
        <a:bodyPr/>
        <a:lstStyle/>
        <a:p>
          <a:endParaRPr lang="en-US"/>
        </a:p>
      </dgm:t>
    </dgm:pt>
    <dgm:pt modelId="{4074F05B-93D6-45D0-8F67-178486C7DD6E}">
      <dgm:prSet custT="1"/>
      <dgm:spPr>
        <a:solidFill>
          <a:srgbClr val="FFC000"/>
        </a:solidFill>
      </dgm:spPr>
      <dgm:t>
        <a:bodyPr/>
        <a:lstStyle/>
        <a:p>
          <a:r>
            <a:rPr lang="en-US" sz="1400"/>
            <a:t>Enclosure design</a:t>
          </a:r>
        </a:p>
        <a:p>
          <a:r>
            <a:rPr lang="en-US" sz="1400" b="1"/>
            <a:t>DESIGN 2 </a:t>
          </a:r>
        </a:p>
      </dgm:t>
    </dgm:pt>
    <dgm:pt modelId="{CF4E0110-BF40-4AE7-A01E-7182311FC70B}" type="parTrans" cxnId="{5686C19E-B325-4B03-8A6E-5F5604BCDFD4}">
      <dgm:prSet/>
      <dgm:spPr/>
      <dgm:t>
        <a:bodyPr/>
        <a:lstStyle/>
        <a:p>
          <a:endParaRPr lang="en-US"/>
        </a:p>
      </dgm:t>
    </dgm:pt>
    <dgm:pt modelId="{0C23900F-CCA6-4ECB-ADD7-BC0D95033763}" type="sibTrans" cxnId="{5686C19E-B325-4B03-8A6E-5F5604BCDFD4}">
      <dgm:prSet/>
      <dgm:spPr/>
      <dgm:t>
        <a:bodyPr/>
        <a:lstStyle/>
        <a:p>
          <a:endParaRPr lang="en-US"/>
        </a:p>
      </dgm:t>
    </dgm:pt>
    <dgm:pt modelId="{4EFCA2D4-EDFA-4CC3-B87E-9E3EAB1F478F}">
      <dgm:prSet custT="1"/>
      <dgm:spPr>
        <a:solidFill>
          <a:srgbClr val="FFC000"/>
        </a:solidFill>
      </dgm:spPr>
      <dgm:t>
        <a:bodyPr/>
        <a:lstStyle/>
        <a:p>
          <a:r>
            <a:rPr lang="en-US" sz="1400"/>
            <a:t>System testing</a:t>
          </a:r>
        </a:p>
        <a:p>
          <a:r>
            <a:rPr lang="en-US" sz="1400" b="1"/>
            <a:t>DESIGN 2</a:t>
          </a:r>
        </a:p>
      </dgm:t>
    </dgm:pt>
    <dgm:pt modelId="{1E986D88-0ACE-4AF7-AB14-0CA2358DB07B}" type="parTrans" cxnId="{62A64527-022D-4BC3-8D6B-4C9F4457BE99}">
      <dgm:prSet/>
      <dgm:spPr/>
      <dgm:t>
        <a:bodyPr/>
        <a:lstStyle/>
        <a:p>
          <a:endParaRPr lang="en-US"/>
        </a:p>
      </dgm:t>
    </dgm:pt>
    <dgm:pt modelId="{E600AA3B-B9DA-4254-A588-4E9AE0BF058D}" type="sibTrans" cxnId="{62A64527-022D-4BC3-8D6B-4C9F4457BE99}">
      <dgm:prSet/>
      <dgm:spPr/>
      <dgm:t>
        <a:bodyPr/>
        <a:lstStyle/>
        <a:p>
          <a:endParaRPr lang="en-US"/>
        </a:p>
      </dgm:t>
    </dgm:pt>
    <dgm:pt modelId="{3189688A-5B9D-49BF-87E7-6661BA48BAC5}">
      <dgm:prSet custT="1"/>
      <dgm:spPr>
        <a:solidFill>
          <a:srgbClr val="FFC000"/>
        </a:solidFill>
      </dgm:spPr>
      <dgm:t>
        <a:bodyPr/>
        <a:lstStyle/>
        <a:p>
          <a:pPr rtl="0"/>
          <a:r>
            <a:rPr lang="en-US" sz="1400" dirty="0"/>
            <a:t>Wireless companion </a:t>
          </a:r>
          <a:r>
            <a:rPr lang="en-US" sz="1400" dirty="0">
              <a:latin typeface="Aptos Display" panose="02110004020202020204"/>
            </a:rPr>
            <a:t>app </a:t>
          </a:r>
          <a:r>
            <a:rPr lang="en-US" sz="1400" dirty="0"/>
            <a:t>support</a:t>
          </a:r>
        </a:p>
        <a:p>
          <a:pPr rtl="0"/>
          <a:r>
            <a:rPr lang="en-US" sz="1400" b="1" dirty="0"/>
            <a:t>DESIGN 2</a:t>
          </a:r>
        </a:p>
      </dgm:t>
    </dgm:pt>
    <dgm:pt modelId="{F4EC381E-C5FF-4594-A238-9343631AF679}" type="sibTrans" cxnId="{B864E895-D61B-41C5-BD58-A4269B9773E7}">
      <dgm:prSet/>
      <dgm:spPr/>
      <dgm:t>
        <a:bodyPr/>
        <a:lstStyle/>
        <a:p>
          <a:endParaRPr lang="en-US"/>
        </a:p>
      </dgm:t>
    </dgm:pt>
    <dgm:pt modelId="{A5EEC7E9-22B2-4CD4-9961-624150C1FB62}" type="parTrans" cxnId="{B864E895-D61B-41C5-BD58-A4269B9773E7}">
      <dgm:prSet/>
      <dgm:spPr/>
      <dgm:t>
        <a:bodyPr/>
        <a:lstStyle/>
        <a:p>
          <a:endParaRPr lang="en-US"/>
        </a:p>
      </dgm:t>
    </dgm:pt>
    <dgm:pt modelId="{DCE0A57D-0258-4A58-A957-6192EB354F63}">
      <dgm:prSet custT="1"/>
      <dgm:spPr>
        <a:solidFill>
          <a:schemeClr val="accent6"/>
        </a:solidFill>
      </dgm:spPr>
      <dgm:t>
        <a:bodyPr/>
        <a:lstStyle/>
        <a:p>
          <a:r>
            <a:rPr lang="en-US" sz="1400"/>
            <a:t>Jetson Nano - Chord Detection </a:t>
          </a:r>
        </a:p>
        <a:p>
          <a:r>
            <a:rPr lang="en-US" sz="1400" b="1"/>
            <a:t>WEEK 2-3</a:t>
          </a:r>
        </a:p>
      </dgm:t>
    </dgm:pt>
    <dgm:pt modelId="{936E6C72-B944-490D-AF83-31A9622C09B7}" type="parTrans" cxnId="{696F24A8-DCD9-46AA-8F13-6253444C8522}">
      <dgm:prSet/>
      <dgm:spPr/>
      <dgm:t>
        <a:bodyPr/>
        <a:lstStyle/>
        <a:p>
          <a:endParaRPr lang="en-US"/>
        </a:p>
      </dgm:t>
    </dgm:pt>
    <dgm:pt modelId="{C9CDB973-3191-4F3B-825D-3C11AAB8771F}" type="sibTrans" cxnId="{696F24A8-DCD9-46AA-8F13-6253444C8522}">
      <dgm:prSet/>
      <dgm:spPr/>
      <dgm:t>
        <a:bodyPr/>
        <a:lstStyle/>
        <a:p>
          <a:endParaRPr lang="en-US"/>
        </a:p>
      </dgm:t>
    </dgm:pt>
    <dgm:pt modelId="{D3EA0169-1C8E-4308-926D-BE72BCC5960B}">
      <dgm:prSet custT="1"/>
      <dgm:spPr>
        <a:solidFill>
          <a:schemeClr val="accent6"/>
        </a:solidFill>
      </dgm:spPr>
      <dgm:t>
        <a:bodyPr/>
        <a:lstStyle/>
        <a:p>
          <a:r>
            <a:rPr lang="en-US" sz="1400"/>
            <a:t>Initial Research &amp; Planning</a:t>
          </a:r>
        </a:p>
        <a:p>
          <a:r>
            <a:rPr lang="en-US" sz="1400" b="1"/>
            <a:t>WEEK 1</a:t>
          </a:r>
        </a:p>
      </dgm:t>
    </dgm:pt>
    <dgm:pt modelId="{0D25B24A-C445-4832-890F-AE0C1A574B66}" type="parTrans" cxnId="{D29D2563-BFE9-4D5C-8EB5-814CBAF837E1}">
      <dgm:prSet/>
      <dgm:spPr/>
      <dgm:t>
        <a:bodyPr/>
        <a:lstStyle/>
        <a:p>
          <a:endParaRPr lang="en-US"/>
        </a:p>
      </dgm:t>
    </dgm:pt>
    <dgm:pt modelId="{2E1E1945-6C37-4524-8E3A-C9C7CF296D59}" type="sibTrans" cxnId="{D29D2563-BFE9-4D5C-8EB5-814CBAF837E1}">
      <dgm:prSet/>
      <dgm:spPr/>
      <dgm:t>
        <a:bodyPr/>
        <a:lstStyle/>
        <a:p>
          <a:endParaRPr lang="en-US"/>
        </a:p>
      </dgm:t>
    </dgm:pt>
    <dgm:pt modelId="{F69466C5-D634-4C89-A8B9-9C7985E63CF3}">
      <dgm:prSet custT="1"/>
      <dgm:spPr>
        <a:solidFill>
          <a:srgbClr val="FFC000"/>
        </a:solidFill>
      </dgm:spPr>
      <dgm:t>
        <a:bodyPr/>
        <a:lstStyle/>
        <a:p>
          <a:r>
            <a:rPr lang="en-US" sz="1400" dirty="0"/>
            <a:t>Single Note  Detection</a:t>
          </a:r>
          <a:br>
            <a:rPr lang="en-US" sz="1400" dirty="0"/>
          </a:br>
          <a:r>
            <a:rPr lang="en-US" sz="1400" b="1" dirty="0"/>
            <a:t>DESIGN 2</a:t>
          </a:r>
        </a:p>
      </dgm:t>
    </dgm:pt>
    <dgm:pt modelId="{AFD0F407-5E9E-474B-A8B1-1C61ED866829}" type="parTrans" cxnId="{6732F84B-659E-44DF-A9D6-51DD121F7DA5}">
      <dgm:prSet/>
      <dgm:spPr/>
      <dgm:t>
        <a:bodyPr/>
        <a:lstStyle/>
        <a:p>
          <a:endParaRPr lang="en-US"/>
        </a:p>
      </dgm:t>
    </dgm:pt>
    <dgm:pt modelId="{75CD0479-6314-49B5-88C6-8122E50A925D}" type="sibTrans" cxnId="{6732F84B-659E-44DF-A9D6-51DD121F7DA5}">
      <dgm:prSet/>
      <dgm:spPr/>
      <dgm:t>
        <a:bodyPr/>
        <a:lstStyle/>
        <a:p>
          <a:endParaRPr lang="en-US"/>
        </a:p>
      </dgm:t>
    </dgm:pt>
    <dgm:pt modelId="{A52A8CC3-9FDA-4126-BA9D-FEA720AE4C98}" type="pres">
      <dgm:prSet presAssocID="{622715C5-8D8D-48A8-ABCB-60AB77D0A187}" presName="Name0" presStyleCnt="0">
        <dgm:presLayoutVars>
          <dgm:dir/>
          <dgm:resizeHandles val="exact"/>
        </dgm:presLayoutVars>
      </dgm:prSet>
      <dgm:spPr/>
    </dgm:pt>
    <dgm:pt modelId="{850767B4-1A5C-4C32-A83C-CC322A24C28A}" type="pres">
      <dgm:prSet presAssocID="{D3EA0169-1C8E-4308-926D-BE72BCC5960B}" presName="node" presStyleLbl="node1" presStyleIdx="0" presStyleCnt="14">
        <dgm:presLayoutVars>
          <dgm:bulletEnabled val="1"/>
        </dgm:presLayoutVars>
      </dgm:prSet>
      <dgm:spPr/>
    </dgm:pt>
    <dgm:pt modelId="{0842C0FE-8D39-4E89-AE1D-0D4FC9D12B2E}" type="pres">
      <dgm:prSet presAssocID="{2E1E1945-6C37-4524-8E3A-C9C7CF296D59}" presName="sibTrans" presStyleLbl="sibTrans1D1" presStyleIdx="0" presStyleCnt="13"/>
      <dgm:spPr/>
    </dgm:pt>
    <dgm:pt modelId="{68CA582A-843C-435F-9793-F552705C5207}" type="pres">
      <dgm:prSet presAssocID="{2E1E1945-6C37-4524-8E3A-C9C7CF296D59}" presName="connectorText" presStyleLbl="sibTrans1D1" presStyleIdx="0" presStyleCnt="13"/>
      <dgm:spPr/>
    </dgm:pt>
    <dgm:pt modelId="{09403CB5-124C-44B0-AF24-792476FBF9C2}" type="pres">
      <dgm:prSet presAssocID="{DCE0A57D-0258-4A58-A957-6192EB354F63}" presName="node" presStyleLbl="node1" presStyleIdx="1" presStyleCnt="14">
        <dgm:presLayoutVars>
          <dgm:bulletEnabled val="1"/>
        </dgm:presLayoutVars>
      </dgm:prSet>
      <dgm:spPr/>
    </dgm:pt>
    <dgm:pt modelId="{1954EF46-058D-4A0A-92CC-4125640B5E58}" type="pres">
      <dgm:prSet presAssocID="{C9CDB973-3191-4F3B-825D-3C11AAB8771F}" presName="sibTrans" presStyleLbl="sibTrans1D1" presStyleIdx="1" presStyleCnt="13"/>
      <dgm:spPr/>
    </dgm:pt>
    <dgm:pt modelId="{3A646C10-FC09-49FA-820D-FA9860F532F1}" type="pres">
      <dgm:prSet presAssocID="{C9CDB973-3191-4F3B-825D-3C11AAB8771F}" presName="connectorText" presStyleLbl="sibTrans1D1" presStyleIdx="1" presStyleCnt="13"/>
      <dgm:spPr/>
    </dgm:pt>
    <dgm:pt modelId="{74121071-50C7-4269-82D0-6A985C899493}" type="pres">
      <dgm:prSet presAssocID="{EB68E575-2273-4F56-AE81-9241DF43F2E5}" presName="node" presStyleLbl="node1" presStyleIdx="2" presStyleCnt="14">
        <dgm:presLayoutVars>
          <dgm:bulletEnabled val="1"/>
        </dgm:presLayoutVars>
      </dgm:prSet>
      <dgm:spPr/>
    </dgm:pt>
    <dgm:pt modelId="{92A00550-35C5-418E-B0B8-77B853EEACA7}" type="pres">
      <dgm:prSet presAssocID="{751C1FDD-547C-4ED7-B2F7-4DC5239F062D}" presName="sibTrans" presStyleLbl="sibTrans1D1" presStyleIdx="2" presStyleCnt="13"/>
      <dgm:spPr/>
    </dgm:pt>
    <dgm:pt modelId="{4A5FC1B4-527E-4E95-A447-EEFBFF346194}" type="pres">
      <dgm:prSet presAssocID="{751C1FDD-547C-4ED7-B2F7-4DC5239F062D}" presName="connectorText" presStyleLbl="sibTrans1D1" presStyleIdx="2" presStyleCnt="13"/>
      <dgm:spPr/>
    </dgm:pt>
    <dgm:pt modelId="{81EF5EE2-C2DF-4E6D-BD4E-0B985593B76B}" type="pres">
      <dgm:prSet presAssocID="{D178B98E-4BD5-4E9C-BE7A-F2396C13A490}" presName="node" presStyleLbl="node1" presStyleIdx="3" presStyleCnt="14">
        <dgm:presLayoutVars>
          <dgm:bulletEnabled val="1"/>
        </dgm:presLayoutVars>
      </dgm:prSet>
      <dgm:spPr/>
    </dgm:pt>
    <dgm:pt modelId="{FC48DB6B-304E-4B63-B575-E629F8F1ED9E}" type="pres">
      <dgm:prSet presAssocID="{7EA8E30A-2420-4B69-96E0-7F2C2D1CEF62}" presName="sibTrans" presStyleLbl="sibTrans1D1" presStyleIdx="3" presStyleCnt="13"/>
      <dgm:spPr/>
    </dgm:pt>
    <dgm:pt modelId="{AFD3042F-D64D-400B-AF14-ADB773367825}" type="pres">
      <dgm:prSet presAssocID="{7EA8E30A-2420-4B69-96E0-7F2C2D1CEF62}" presName="connectorText" presStyleLbl="sibTrans1D1" presStyleIdx="3" presStyleCnt="13"/>
      <dgm:spPr/>
    </dgm:pt>
    <dgm:pt modelId="{AA2E308C-73FF-401F-A0E8-C6A662A603EC}" type="pres">
      <dgm:prSet presAssocID="{F72711B3-BD8F-4AFF-B516-63EF3DA48D54}" presName="node" presStyleLbl="node1" presStyleIdx="4" presStyleCnt="14">
        <dgm:presLayoutVars>
          <dgm:bulletEnabled val="1"/>
        </dgm:presLayoutVars>
      </dgm:prSet>
      <dgm:spPr/>
    </dgm:pt>
    <dgm:pt modelId="{035B6CEC-238C-4A7B-B460-0ADCCA6E4C62}" type="pres">
      <dgm:prSet presAssocID="{7CB12D17-C5CA-4D7F-8C84-A6DF34CF8B2D}" presName="sibTrans" presStyleLbl="sibTrans1D1" presStyleIdx="4" presStyleCnt="13"/>
      <dgm:spPr/>
    </dgm:pt>
    <dgm:pt modelId="{2CDAB0B4-DCFB-4100-91F2-B01210A8BAF9}" type="pres">
      <dgm:prSet presAssocID="{7CB12D17-C5CA-4D7F-8C84-A6DF34CF8B2D}" presName="connectorText" presStyleLbl="sibTrans1D1" presStyleIdx="4" presStyleCnt="13"/>
      <dgm:spPr/>
    </dgm:pt>
    <dgm:pt modelId="{3DE37824-AE48-4E37-A2F4-B7E196532255}" type="pres">
      <dgm:prSet presAssocID="{BDAD725A-0EA5-405E-8692-DB1031F14878}" presName="node" presStyleLbl="node1" presStyleIdx="5" presStyleCnt="14">
        <dgm:presLayoutVars>
          <dgm:bulletEnabled val="1"/>
        </dgm:presLayoutVars>
      </dgm:prSet>
      <dgm:spPr/>
    </dgm:pt>
    <dgm:pt modelId="{C3A785EF-0ED5-472A-9584-413CE6FE29F0}" type="pres">
      <dgm:prSet presAssocID="{55219F87-1247-4C94-A406-F50FC7EAF895}" presName="sibTrans" presStyleLbl="sibTrans1D1" presStyleIdx="5" presStyleCnt="13"/>
      <dgm:spPr/>
    </dgm:pt>
    <dgm:pt modelId="{E9935A92-9111-4E9D-8E2F-861C4232D043}" type="pres">
      <dgm:prSet presAssocID="{55219F87-1247-4C94-A406-F50FC7EAF895}" presName="connectorText" presStyleLbl="sibTrans1D1" presStyleIdx="5" presStyleCnt="13"/>
      <dgm:spPr/>
    </dgm:pt>
    <dgm:pt modelId="{16932823-6CB4-4305-BBC6-9A3AD60FB61A}" type="pres">
      <dgm:prSet presAssocID="{50C8E765-2F1D-44D1-86EA-AC2DE24941EE}" presName="node" presStyleLbl="node1" presStyleIdx="6" presStyleCnt="14">
        <dgm:presLayoutVars>
          <dgm:bulletEnabled val="1"/>
        </dgm:presLayoutVars>
      </dgm:prSet>
      <dgm:spPr/>
    </dgm:pt>
    <dgm:pt modelId="{FE27A539-8248-4AF6-A257-A861190BD877}" type="pres">
      <dgm:prSet presAssocID="{993CB872-A0F8-4342-9209-725049407D97}" presName="sibTrans" presStyleLbl="sibTrans1D1" presStyleIdx="6" presStyleCnt="13"/>
      <dgm:spPr/>
    </dgm:pt>
    <dgm:pt modelId="{0914B64C-757F-4537-A310-4C3C9B5F7DDE}" type="pres">
      <dgm:prSet presAssocID="{993CB872-A0F8-4342-9209-725049407D97}" presName="connectorText" presStyleLbl="sibTrans1D1" presStyleIdx="6" presStyleCnt="13"/>
      <dgm:spPr/>
    </dgm:pt>
    <dgm:pt modelId="{1AE21CCD-F382-436C-9634-019953EA82E9}" type="pres">
      <dgm:prSet presAssocID="{08250777-4913-4077-AD51-E1881C9B7005}" presName="node" presStyleLbl="node1" presStyleIdx="7" presStyleCnt="14">
        <dgm:presLayoutVars>
          <dgm:bulletEnabled val="1"/>
        </dgm:presLayoutVars>
      </dgm:prSet>
      <dgm:spPr/>
    </dgm:pt>
    <dgm:pt modelId="{972F2487-4C4F-440E-9E54-21B1DC981D86}" type="pres">
      <dgm:prSet presAssocID="{D2600BF4-3DCE-48A9-AC67-29CFEEB076EC}" presName="sibTrans" presStyleLbl="sibTrans1D1" presStyleIdx="7" presStyleCnt="13"/>
      <dgm:spPr/>
    </dgm:pt>
    <dgm:pt modelId="{EEBB6F94-3705-43F0-A468-4DA41303C37D}" type="pres">
      <dgm:prSet presAssocID="{D2600BF4-3DCE-48A9-AC67-29CFEEB076EC}" presName="connectorText" presStyleLbl="sibTrans1D1" presStyleIdx="7" presStyleCnt="13"/>
      <dgm:spPr/>
    </dgm:pt>
    <dgm:pt modelId="{ACE5078D-75C1-4335-8271-23D69F0B9E25}" type="pres">
      <dgm:prSet presAssocID="{74CA5460-EA41-4CD2-BB88-BFC4AEB3E298}" presName="node" presStyleLbl="node1" presStyleIdx="8" presStyleCnt="14">
        <dgm:presLayoutVars>
          <dgm:bulletEnabled val="1"/>
        </dgm:presLayoutVars>
      </dgm:prSet>
      <dgm:spPr/>
    </dgm:pt>
    <dgm:pt modelId="{AF5641E8-3449-4129-9CD9-C31B27EB70CB}" type="pres">
      <dgm:prSet presAssocID="{007DFCD6-AEA5-426F-960A-FB34CB021125}" presName="sibTrans" presStyleLbl="sibTrans1D1" presStyleIdx="8" presStyleCnt="13"/>
      <dgm:spPr/>
    </dgm:pt>
    <dgm:pt modelId="{FF0A1711-5137-4D7C-877E-9594523107AE}" type="pres">
      <dgm:prSet presAssocID="{007DFCD6-AEA5-426F-960A-FB34CB021125}" presName="connectorText" presStyleLbl="sibTrans1D1" presStyleIdx="8" presStyleCnt="13"/>
      <dgm:spPr/>
    </dgm:pt>
    <dgm:pt modelId="{22FE2575-43AE-4D5B-971D-3144B71975ED}" type="pres">
      <dgm:prSet presAssocID="{851C5572-AD63-447F-8770-6AA470C1EF7B}" presName="node" presStyleLbl="node1" presStyleIdx="9" presStyleCnt="14">
        <dgm:presLayoutVars>
          <dgm:bulletEnabled val="1"/>
        </dgm:presLayoutVars>
      </dgm:prSet>
      <dgm:spPr/>
    </dgm:pt>
    <dgm:pt modelId="{A45B3446-662E-469A-9240-C18B07D9DCBC}" type="pres">
      <dgm:prSet presAssocID="{3321AC55-AA36-47BD-A3EA-C69D145EA1F5}" presName="sibTrans" presStyleLbl="sibTrans1D1" presStyleIdx="9" presStyleCnt="13"/>
      <dgm:spPr/>
    </dgm:pt>
    <dgm:pt modelId="{83855E02-9581-4101-822E-4DE347832945}" type="pres">
      <dgm:prSet presAssocID="{3321AC55-AA36-47BD-A3EA-C69D145EA1F5}" presName="connectorText" presStyleLbl="sibTrans1D1" presStyleIdx="9" presStyleCnt="13"/>
      <dgm:spPr/>
    </dgm:pt>
    <dgm:pt modelId="{C4165237-0680-4586-A742-C739C20B2A95}" type="pres">
      <dgm:prSet presAssocID="{F69466C5-D634-4C89-A8B9-9C7985E63CF3}" presName="node" presStyleLbl="node1" presStyleIdx="10" presStyleCnt="14">
        <dgm:presLayoutVars>
          <dgm:bulletEnabled val="1"/>
        </dgm:presLayoutVars>
      </dgm:prSet>
      <dgm:spPr/>
    </dgm:pt>
    <dgm:pt modelId="{AAFAD9B6-6447-4D0B-AB41-606F3CE5D77C}" type="pres">
      <dgm:prSet presAssocID="{75CD0479-6314-49B5-88C6-8122E50A925D}" presName="sibTrans" presStyleLbl="sibTrans1D1" presStyleIdx="10" presStyleCnt="13"/>
      <dgm:spPr/>
    </dgm:pt>
    <dgm:pt modelId="{17A8CC59-7ADF-4FEA-8477-E4C88C9544A0}" type="pres">
      <dgm:prSet presAssocID="{75CD0479-6314-49B5-88C6-8122E50A925D}" presName="connectorText" presStyleLbl="sibTrans1D1" presStyleIdx="10" presStyleCnt="13"/>
      <dgm:spPr/>
    </dgm:pt>
    <dgm:pt modelId="{626F7EA5-2ACB-4930-A1D6-28A570BD5021}" type="pres">
      <dgm:prSet presAssocID="{3189688A-5B9D-49BF-87E7-6661BA48BAC5}" presName="node" presStyleLbl="node1" presStyleIdx="11" presStyleCnt="14">
        <dgm:presLayoutVars>
          <dgm:bulletEnabled val="1"/>
        </dgm:presLayoutVars>
      </dgm:prSet>
      <dgm:spPr/>
    </dgm:pt>
    <dgm:pt modelId="{76D6C64C-605C-428B-BEFE-2B78420E39AF}" type="pres">
      <dgm:prSet presAssocID="{F4EC381E-C5FF-4594-A238-9343631AF679}" presName="sibTrans" presStyleLbl="sibTrans1D1" presStyleIdx="11" presStyleCnt="13"/>
      <dgm:spPr/>
    </dgm:pt>
    <dgm:pt modelId="{D87420C5-8AEC-4B09-9EE1-72613DC58B5F}" type="pres">
      <dgm:prSet presAssocID="{F4EC381E-C5FF-4594-A238-9343631AF679}" presName="connectorText" presStyleLbl="sibTrans1D1" presStyleIdx="11" presStyleCnt="13"/>
      <dgm:spPr/>
    </dgm:pt>
    <dgm:pt modelId="{AB45D691-A6BE-4514-B9EB-2169E02F319E}" type="pres">
      <dgm:prSet presAssocID="{4074F05B-93D6-45D0-8F67-178486C7DD6E}" presName="node" presStyleLbl="node1" presStyleIdx="12" presStyleCnt="14">
        <dgm:presLayoutVars>
          <dgm:bulletEnabled val="1"/>
        </dgm:presLayoutVars>
      </dgm:prSet>
      <dgm:spPr/>
    </dgm:pt>
    <dgm:pt modelId="{5C69FFD6-54A6-4827-980A-A7541C0A9B0D}" type="pres">
      <dgm:prSet presAssocID="{0C23900F-CCA6-4ECB-ADD7-BC0D95033763}" presName="sibTrans" presStyleLbl="sibTrans1D1" presStyleIdx="12" presStyleCnt="13"/>
      <dgm:spPr/>
    </dgm:pt>
    <dgm:pt modelId="{1C263A26-864F-4514-9919-49CE3FC509D8}" type="pres">
      <dgm:prSet presAssocID="{0C23900F-CCA6-4ECB-ADD7-BC0D95033763}" presName="connectorText" presStyleLbl="sibTrans1D1" presStyleIdx="12" presStyleCnt="13"/>
      <dgm:spPr/>
    </dgm:pt>
    <dgm:pt modelId="{93D6DBEA-8D4D-4CDA-9312-62A8EAF34ABB}" type="pres">
      <dgm:prSet presAssocID="{4EFCA2D4-EDFA-4CC3-B87E-9E3EAB1F478F}" presName="node" presStyleLbl="node1" presStyleIdx="13" presStyleCnt="14">
        <dgm:presLayoutVars>
          <dgm:bulletEnabled val="1"/>
        </dgm:presLayoutVars>
      </dgm:prSet>
      <dgm:spPr/>
    </dgm:pt>
  </dgm:ptLst>
  <dgm:cxnLst>
    <dgm:cxn modelId="{626F4C03-7830-4A14-A341-505077D66773}" srcId="{622715C5-8D8D-48A8-ABCB-60AB77D0A187}" destId="{50C8E765-2F1D-44D1-86EA-AC2DE24941EE}" srcOrd="6" destOrd="0" parTransId="{6D582979-B9F8-4F37-BDBF-303F50330C05}" sibTransId="{993CB872-A0F8-4342-9209-725049407D97}"/>
    <dgm:cxn modelId="{3C7B5709-507C-4AB6-9EB2-881DA349170A}" type="presOf" srcId="{4074F05B-93D6-45D0-8F67-178486C7DD6E}" destId="{AB45D691-A6BE-4514-B9EB-2169E02F319E}" srcOrd="0" destOrd="0" presId="urn:microsoft.com/office/officeart/2016/7/layout/RepeatingBendingProcessNew"/>
    <dgm:cxn modelId="{E122200A-B7F2-4003-AFD7-C00EA339D3B2}" type="presOf" srcId="{007DFCD6-AEA5-426F-960A-FB34CB021125}" destId="{FF0A1711-5137-4D7C-877E-9594523107AE}" srcOrd="1" destOrd="0" presId="urn:microsoft.com/office/officeart/2016/7/layout/RepeatingBendingProcessNew"/>
    <dgm:cxn modelId="{34640B0C-6D59-4D29-BFA5-6D532B0E0D4E}" type="presOf" srcId="{BDAD725A-0EA5-405E-8692-DB1031F14878}" destId="{3DE37824-AE48-4E37-A2F4-B7E196532255}" srcOrd="0" destOrd="0" presId="urn:microsoft.com/office/officeart/2016/7/layout/RepeatingBendingProcessNew"/>
    <dgm:cxn modelId="{AC148B0C-EE9C-474A-9CE0-5C52FF64E8EA}" type="presOf" srcId="{007DFCD6-AEA5-426F-960A-FB34CB021125}" destId="{AF5641E8-3449-4129-9CD9-C31B27EB70CB}" srcOrd="0" destOrd="0" presId="urn:microsoft.com/office/officeart/2016/7/layout/RepeatingBendingProcessNew"/>
    <dgm:cxn modelId="{5BC8AD16-41AD-4C90-99DE-784083A47E8D}" type="presOf" srcId="{622715C5-8D8D-48A8-ABCB-60AB77D0A187}" destId="{A52A8CC3-9FDA-4126-BA9D-FEA720AE4C98}" srcOrd="0" destOrd="0" presId="urn:microsoft.com/office/officeart/2016/7/layout/RepeatingBendingProcessNew"/>
    <dgm:cxn modelId="{4F120320-AF0A-4BC2-9FC2-20DC92BB3C8A}" type="presOf" srcId="{751C1FDD-547C-4ED7-B2F7-4DC5239F062D}" destId="{92A00550-35C5-418E-B0B8-77B853EEACA7}" srcOrd="0" destOrd="0" presId="urn:microsoft.com/office/officeart/2016/7/layout/RepeatingBendingProcessNew"/>
    <dgm:cxn modelId="{208A1421-ACC5-451F-B7F6-42D356CB7905}" type="presOf" srcId="{55219F87-1247-4C94-A406-F50FC7EAF895}" destId="{C3A785EF-0ED5-472A-9584-413CE6FE29F0}" srcOrd="0" destOrd="0" presId="urn:microsoft.com/office/officeart/2016/7/layout/RepeatingBendingProcessNew"/>
    <dgm:cxn modelId="{6133F821-6360-4563-BAE5-63165D3CF24A}" srcId="{622715C5-8D8D-48A8-ABCB-60AB77D0A187}" destId="{D178B98E-4BD5-4E9C-BE7A-F2396C13A490}" srcOrd="3" destOrd="0" parTransId="{61BD1837-BB65-48AF-B16D-09A0213047E1}" sibTransId="{7EA8E30A-2420-4B69-96E0-7F2C2D1CEF62}"/>
    <dgm:cxn modelId="{E9318622-26B8-49BB-825E-4F10234BFEAA}" type="presOf" srcId="{75CD0479-6314-49B5-88C6-8122E50A925D}" destId="{AAFAD9B6-6447-4D0B-AB41-606F3CE5D77C}" srcOrd="0" destOrd="0" presId="urn:microsoft.com/office/officeart/2016/7/layout/RepeatingBendingProcessNew"/>
    <dgm:cxn modelId="{62A64527-022D-4BC3-8D6B-4C9F4457BE99}" srcId="{622715C5-8D8D-48A8-ABCB-60AB77D0A187}" destId="{4EFCA2D4-EDFA-4CC3-B87E-9E3EAB1F478F}" srcOrd="13" destOrd="0" parTransId="{1E986D88-0ACE-4AF7-AB14-0CA2358DB07B}" sibTransId="{E600AA3B-B9DA-4254-A588-4E9AE0BF058D}"/>
    <dgm:cxn modelId="{2879A635-DF4E-45CD-BF85-E62C5A935969}" type="presOf" srcId="{3321AC55-AA36-47BD-A3EA-C69D145EA1F5}" destId="{A45B3446-662E-469A-9240-C18B07D9DCBC}" srcOrd="0" destOrd="0" presId="urn:microsoft.com/office/officeart/2016/7/layout/RepeatingBendingProcessNew"/>
    <dgm:cxn modelId="{D29D2563-BFE9-4D5C-8EB5-814CBAF837E1}" srcId="{622715C5-8D8D-48A8-ABCB-60AB77D0A187}" destId="{D3EA0169-1C8E-4308-926D-BE72BCC5960B}" srcOrd="0" destOrd="0" parTransId="{0D25B24A-C445-4832-890F-AE0C1A574B66}" sibTransId="{2E1E1945-6C37-4524-8E3A-C9C7CF296D59}"/>
    <dgm:cxn modelId="{0E8F484A-F78D-4C53-A855-FEE6D41185DF}" type="presOf" srcId="{0C23900F-CCA6-4ECB-ADD7-BC0D95033763}" destId="{1C263A26-864F-4514-9919-49CE3FC509D8}" srcOrd="1" destOrd="0" presId="urn:microsoft.com/office/officeart/2016/7/layout/RepeatingBendingProcessNew"/>
    <dgm:cxn modelId="{8426164B-2DEE-4DA5-8D08-EE93168F8C99}" type="presOf" srcId="{74CA5460-EA41-4CD2-BB88-BFC4AEB3E298}" destId="{ACE5078D-75C1-4335-8271-23D69F0B9E25}" srcOrd="0" destOrd="0" presId="urn:microsoft.com/office/officeart/2016/7/layout/RepeatingBendingProcessNew"/>
    <dgm:cxn modelId="{6732F84B-659E-44DF-A9D6-51DD121F7DA5}" srcId="{622715C5-8D8D-48A8-ABCB-60AB77D0A187}" destId="{F69466C5-D634-4C89-A8B9-9C7985E63CF3}" srcOrd="10" destOrd="0" parTransId="{AFD0F407-5E9E-474B-A8B1-1C61ED866829}" sibTransId="{75CD0479-6314-49B5-88C6-8122E50A925D}"/>
    <dgm:cxn modelId="{8B23B84E-04EB-4F3A-8BDB-72DA6250614A}" type="presOf" srcId="{50C8E765-2F1D-44D1-86EA-AC2DE24941EE}" destId="{16932823-6CB4-4305-BBC6-9A3AD60FB61A}" srcOrd="0" destOrd="0" presId="urn:microsoft.com/office/officeart/2016/7/layout/RepeatingBendingProcessNew"/>
    <dgm:cxn modelId="{A507AC78-08F8-4C96-9533-E10015531D8F}" type="presOf" srcId="{75CD0479-6314-49B5-88C6-8122E50A925D}" destId="{17A8CC59-7ADF-4FEA-8477-E4C88C9544A0}" srcOrd="1" destOrd="0" presId="urn:microsoft.com/office/officeart/2016/7/layout/RepeatingBendingProcessNew"/>
    <dgm:cxn modelId="{DB1D9479-9427-42A1-82F9-73CC34EA886A}" type="presOf" srcId="{C9CDB973-3191-4F3B-825D-3C11AAB8771F}" destId="{3A646C10-FC09-49FA-820D-FA9860F532F1}" srcOrd="1" destOrd="0" presId="urn:microsoft.com/office/officeart/2016/7/layout/RepeatingBendingProcessNew"/>
    <dgm:cxn modelId="{FB21C97D-5B6B-437B-BCE2-A2732458323E}" type="presOf" srcId="{F69466C5-D634-4C89-A8B9-9C7985E63CF3}" destId="{C4165237-0680-4586-A742-C739C20B2A95}" srcOrd="0" destOrd="0" presId="urn:microsoft.com/office/officeart/2016/7/layout/RepeatingBendingProcessNew"/>
    <dgm:cxn modelId="{D5678E7E-0DC6-41AC-8973-969078EF2F58}" type="presOf" srcId="{2E1E1945-6C37-4524-8E3A-C9C7CF296D59}" destId="{68CA582A-843C-435F-9793-F552705C5207}" srcOrd="1" destOrd="0" presId="urn:microsoft.com/office/officeart/2016/7/layout/RepeatingBendingProcessNew"/>
    <dgm:cxn modelId="{EF5F0183-07D3-4137-AEF5-33D8494C4E89}" type="presOf" srcId="{F4EC381E-C5FF-4594-A238-9343631AF679}" destId="{76D6C64C-605C-428B-BEFE-2B78420E39AF}" srcOrd="0" destOrd="0" presId="urn:microsoft.com/office/officeart/2016/7/layout/RepeatingBendingProcessNew"/>
    <dgm:cxn modelId="{500E2D83-307C-4567-B843-3CA5B1C50AAE}" type="presOf" srcId="{F72711B3-BD8F-4AFF-B516-63EF3DA48D54}" destId="{AA2E308C-73FF-401F-A0E8-C6A662A603EC}" srcOrd="0" destOrd="0" presId="urn:microsoft.com/office/officeart/2016/7/layout/RepeatingBendingProcessNew"/>
    <dgm:cxn modelId="{42870284-6B8F-40F1-8B1B-34C42AB36F19}" type="presOf" srcId="{DCE0A57D-0258-4A58-A957-6192EB354F63}" destId="{09403CB5-124C-44B0-AF24-792476FBF9C2}" srcOrd="0" destOrd="0" presId="urn:microsoft.com/office/officeart/2016/7/layout/RepeatingBendingProcessNew"/>
    <dgm:cxn modelId="{D9922C87-9C74-4CC2-A570-24A2720BD2D5}" type="presOf" srcId="{D178B98E-4BD5-4E9C-BE7A-F2396C13A490}" destId="{81EF5EE2-C2DF-4E6D-BD4E-0B985593B76B}" srcOrd="0" destOrd="0" presId="urn:microsoft.com/office/officeart/2016/7/layout/RepeatingBendingProcessNew"/>
    <dgm:cxn modelId="{F1683588-84B2-458F-B1E4-06F9A6E832D7}" type="presOf" srcId="{3321AC55-AA36-47BD-A3EA-C69D145EA1F5}" destId="{83855E02-9581-4101-822E-4DE347832945}" srcOrd="1" destOrd="0" presId="urn:microsoft.com/office/officeart/2016/7/layout/RepeatingBendingProcessNew"/>
    <dgm:cxn modelId="{E81D2492-87E2-41F4-B5CA-4ABCE866C4CB}" type="presOf" srcId="{4EFCA2D4-EDFA-4CC3-B87E-9E3EAB1F478F}" destId="{93D6DBEA-8D4D-4CDA-9312-62A8EAF34ABB}" srcOrd="0" destOrd="0" presId="urn:microsoft.com/office/officeart/2016/7/layout/RepeatingBendingProcessNew"/>
    <dgm:cxn modelId="{B864E895-D61B-41C5-BD58-A4269B9773E7}" srcId="{622715C5-8D8D-48A8-ABCB-60AB77D0A187}" destId="{3189688A-5B9D-49BF-87E7-6661BA48BAC5}" srcOrd="11" destOrd="0" parTransId="{A5EEC7E9-22B2-4CD4-9961-624150C1FB62}" sibTransId="{F4EC381E-C5FF-4594-A238-9343631AF679}"/>
    <dgm:cxn modelId="{5792AA98-0376-4554-B964-3D3624099FA0}" srcId="{622715C5-8D8D-48A8-ABCB-60AB77D0A187}" destId="{851C5572-AD63-447F-8770-6AA470C1EF7B}" srcOrd="9" destOrd="0" parTransId="{1FAFDED7-F51A-4E0B-B6B9-99FFF8363343}" sibTransId="{3321AC55-AA36-47BD-A3EA-C69D145EA1F5}"/>
    <dgm:cxn modelId="{5686C19E-B325-4B03-8A6E-5F5604BCDFD4}" srcId="{622715C5-8D8D-48A8-ABCB-60AB77D0A187}" destId="{4074F05B-93D6-45D0-8F67-178486C7DD6E}" srcOrd="12" destOrd="0" parTransId="{CF4E0110-BF40-4AE7-A01E-7182311FC70B}" sibTransId="{0C23900F-CCA6-4ECB-ADD7-BC0D95033763}"/>
    <dgm:cxn modelId="{4DC80AA6-953E-45E2-865D-E643D9AD3211}" type="presOf" srcId="{EB68E575-2273-4F56-AE81-9241DF43F2E5}" destId="{74121071-50C7-4269-82D0-6A985C899493}" srcOrd="0" destOrd="0" presId="urn:microsoft.com/office/officeart/2016/7/layout/RepeatingBendingProcessNew"/>
    <dgm:cxn modelId="{696F24A8-DCD9-46AA-8F13-6253444C8522}" srcId="{622715C5-8D8D-48A8-ABCB-60AB77D0A187}" destId="{DCE0A57D-0258-4A58-A957-6192EB354F63}" srcOrd="1" destOrd="0" parTransId="{936E6C72-B944-490D-AF83-31A9622C09B7}" sibTransId="{C9CDB973-3191-4F3B-825D-3C11AAB8771F}"/>
    <dgm:cxn modelId="{54DE43A9-03CD-4956-89F8-E82668393FF6}" type="presOf" srcId="{F4EC381E-C5FF-4594-A238-9343631AF679}" destId="{D87420C5-8AEC-4B09-9EE1-72613DC58B5F}" srcOrd="1" destOrd="0" presId="urn:microsoft.com/office/officeart/2016/7/layout/RepeatingBendingProcessNew"/>
    <dgm:cxn modelId="{2F0E6FAB-FCAC-4AB2-BBF2-1AEA35704129}" type="presOf" srcId="{0C23900F-CCA6-4ECB-ADD7-BC0D95033763}" destId="{5C69FFD6-54A6-4827-980A-A7541C0A9B0D}" srcOrd="0" destOrd="0" presId="urn:microsoft.com/office/officeart/2016/7/layout/RepeatingBendingProcessNew"/>
    <dgm:cxn modelId="{8A444FAE-5FF8-4FA9-BFD2-DF5C7289DDC4}" type="presOf" srcId="{7CB12D17-C5CA-4D7F-8C84-A6DF34CF8B2D}" destId="{2CDAB0B4-DCFB-4100-91F2-B01210A8BAF9}" srcOrd="1" destOrd="0" presId="urn:microsoft.com/office/officeart/2016/7/layout/RepeatingBendingProcessNew"/>
    <dgm:cxn modelId="{5CB05BB0-F1D5-4F7B-93D3-8139000D722D}" type="presOf" srcId="{55219F87-1247-4C94-A406-F50FC7EAF895}" destId="{E9935A92-9111-4E9D-8E2F-861C4232D043}" srcOrd="1" destOrd="0" presId="urn:microsoft.com/office/officeart/2016/7/layout/RepeatingBendingProcessNew"/>
    <dgm:cxn modelId="{181AE8B3-3DCE-47B2-8CA3-41CFC27352A7}" srcId="{622715C5-8D8D-48A8-ABCB-60AB77D0A187}" destId="{F72711B3-BD8F-4AFF-B516-63EF3DA48D54}" srcOrd="4" destOrd="0" parTransId="{0BDA50F5-A944-47A2-8F31-C8D599F368B6}" sibTransId="{7CB12D17-C5CA-4D7F-8C84-A6DF34CF8B2D}"/>
    <dgm:cxn modelId="{DE1812B5-0D29-4D73-A615-4A2EC0B5E6C7}" srcId="{622715C5-8D8D-48A8-ABCB-60AB77D0A187}" destId="{BDAD725A-0EA5-405E-8692-DB1031F14878}" srcOrd="5" destOrd="0" parTransId="{B10B66EC-7BEF-4153-B170-42C267A9B843}" sibTransId="{55219F87-1247-4C94-A406-F50FC7EAF895}"/>
    <dgm:cxn modelId="{1D8137B6-D113-4E96-9DCD-DBAFB94C6A7D}" type="presOf" srcId="{751C1FDD-547C-4ED7-B2F7-4DC5239F062D}" destId="{4A5FC1B4-527E-4E95-A447-EEFBFF346194}" srcOrd="1" destOrd="0" presId="urn:microsoft.com/office/officeart/2016/7/layout/RepeatingBendingProcessNew"/>
    <dgm:cxn modelId="{AE9E84B7-AA79-46A1-A434-9B3A2B697997}" type="presOf" srcId="{7EA8E30A-2420-4B69-96E0-7F2C2D1CEF62}" destId="{FC48DB6B-304E-4B63-B575-E629F8F1ED9E}" srcOrd="0" destOrd="0" presId="urn:microsoft.com/office/officeart/2016/7/layout/RepeatingBendingProcessNew"/>
    <dgm:cxn modelId="{9870D0BA-E6A7-47B1-BA9C-16EF55BEF212}" type="presOf" srcId="{7CB12D17-C5CA-4D7F-8C84-A6DF34CF8B2D}" destId="{035B6CEC-238C-4A7B-B460-0ADCCA6E4C62}" srcOrd="0" destOrd="0" presId="urn:microsoft.com/office/officeart/2016/7/layout/RepeatingBendingProcessNew"/>
    <dgm:cxn modelId="{CFDEBBBB-6959-4068-A5DB-086FF7A34D8B}" type="presOf" srcId="{3189688A-5B9D-49BF-87E7-6661BA48BAC5}" destId="{626F7EA5-2ACB-4930-A1D6-28A570BD5021}" srcOrd="0" destOrd="0" presId="urn:microsoft.com/office/officeart/2016/7/layout/RepeatingBendingProcessNew"/>
    <dgm:cxn modelId="{E62A10C0-F4F7-40A0-AD96-D8B83D88806F}" type="presOf" srcId="{7EA8E30A-2420-4B69-96E0-7F2C2D1CEF62}" destId="{AFD3042F-D64D-400B-AF14-ADB773367825}" srcOrd="1" destOrd="0" presId="urn:microsoft.com/office/officeart/2016/7/layout/RepeatingBendingProcessNew"/>
    <dgm:cxn modelId="{E7E2D8CA-C9A6-462F-BDD7-4B1DB0F7F3F3}" srcId="{622715C5-8D8D-48A8-ABCB-60AB77D0A187}" destId="{EB68E575-2273-4F56-AE81-9241DF43F2E5}" srcOrd="2" destOrd="0" parTransId="{CF5922CD-CDAB-4161-BC66-75596C0760A7}" sibTransId="{751C1FDD-547C-4ED7-B2F7-4DC5239F062D}"/>
    <dgm:cxn modelId="{04E94FCC-58C8-4FEF-9496-96E7F1DA141D}" type="presOf" srcId="{D3EA0169-1C8E-4308-926D-BE72BCC5960B}" destId="{850767B4-1A5C-4C32-A83C-CC322A24C28A}" srcOrd="0" destOrd="0" presId="urn:microsoft.com/office/officeart/2016/7/layout/RepeatingBendingProcessNew"/>
    <dgm:cxn modelId="{29F442CE-B2A4-4075-9CAA-DA8141322724}" type="presOf" srcId="{D2600BF4-3DCE-48A9-AC67-29CFEEB076EC}" destId="{EEBB6F94-3705-43F0-A468-4DA41303C37D}" srcOrd="1" destOrd="0" presId="urn:microsoft.com/office/officeart/2016/7/layout/RepeatingBendingProcessNew"/>
    <dgm:cxn modelId="{0EC4CBD5-D6E4-4DCC-9FDD-8386B95DFE43}" type="presOf" srcId="{851C5572-AD63-447F-8770-6AA470C1EF7B}" destId="{22FE2575-43AE-4D5B-971D-3144B71975ED}" srcOrd="0" destOrd="0" presId="urn:microsoft.com/office/officeart/2016/7/layout/RepeatingBendingProcessNew"/>
    <dgm:cxn modelId="{422571D7-D569-41D1-AB44-E136DEFFD537}" type="presOf" srcId="{993CB872-A0F8-4342-9209-725049407D97}" destId="{0914B64C-757F-4537-A310-4C3C9B5F7DDE}" srcOrd="1" destOrd="0" presId="urn:microsoft.com/office/officeart/2016/7/layout/RepeatingBendingProcessNew"/>
    <dgm:cxn modelId="{9CE1F9D7-FA52-4870-B28A-9D1DB46DCF0B}" srcId="{622715C5-8D8D-48A8-ABCB-60AB77D0A187}" destId="{74CA5460-EA41-4CD2-BB88-BFC4AEB3E298}" srcOrd="8" destOrd="0" parTransId="{E1F97D5E-6748-4AEA-8FAE-413A52EE8FBF}" sibTransId="{007DFCD6-AEA5-426F-960A-FB34CB021125}"/>
    <dgm:cxn modelId="{EC8740E1-D45F-42AF-B06C-A4945BAB2B77}" srcId="{622715C5-8D8D-48A8-ABCB-60AB77D0A187}" destId="{08250777-4913-4077-AD51-E1881C9B7005}" srcOrd="7" destOrd="0" parTransId="{2BEE0CBC-73FA-41EE-A1ED-45B3176F695C}" sibTransId="{D2600BF4-3DCE-48A9-AC67-29CFEEB076EC}"/>
    <dgm:cxn modelId="{81077EEA-554E-4438-BD2A-4591BDBDD9D1}" type="presOf" srcId="{C9CDB973-3191-4F3B-825D-3C11AAB8771F}" destId="{1954EF46-058D-4A0A-92CC-4125640B5E58}" srcOrd="0" destOrd="0" presId="urn:microsoft.com/office/officeart/2016/7/layout/RepeatingBendingProcessNew"/>
    <dgm:cxn modelId="{D9B69CEC-44F5-4D41-80BE-CA34383C7108}" type="presOf" srcId="{2E1E1945-6C37-4524-8E3A-C9C7CF296D59}" destId="{0842C0FE-8D39-4E89-AE1D-0D4FC9D12B2E}" srcOrd="0" destOrd="0" presId="urn:microsoft.com/office/officeart/2016/7/layout/RepeatingBendingProcessNew"/>
    <dgm:cxn modelId="{49BF3CF3-246F-4A3A-BC04-CE16E772EF3C}" type="presOf" srcId="{D2600BF4-3DCE-48A9-AC67-29CFEEB076EC}" destId="{972F2487-4C4F-440E-9E54-21B1DC981D86}" srcOrd="0" destOrd="0" presId="urn:microsoft.com/office/officeart/2016/7/layout/RepeatingBendingProcessNew"/>
    <dgm:cxn modelId="{7FB00EF6-B120-4ABE-8B9F-26774C61BD2A}" type="presOf" srcId="{993CB872-A0F8-4342-9209-725049407D97}" destId="{FE27A539-8248-4AF6-A257-A861190BD877}" srcOrd="0" destOrd="0" presId="urn:microsoft.com/office/officeart/2016/7/layout/RepeatingBendingProcessNew"/>
    <dgm:cxn modelId="{00E1E6FD-794D-495C-B8AE-D6D6328E958C}" type="presOf" srcId="{08250777-4913-4077-AD51-E1881C9B7005}" destId="{1AE21CCD-F382-436C-9634-019953EA82E9}" srcOrd="0" destOrd="0" presId="urn:microsoft.com/office/officeart/2016/7/layout/RepeatingBendingProcessNew"/>
    <dgm:cxn modelId="{28D958F3-6A9F-4927-8851-1971D05CAAAD}" type="presParOf" srcId="{A52A8CC3-9FDA-4126-BA9D-FEA720AE4C98}" destId="{850767B4-1A5C-4C32-A83C-CC322A24C28A}" srcOrd="0" destOrd="0" presId="urn:microsoft.com/office/officeart/2016/7/layout/RepeatingBendingProcessNew"/>
    <dgm:cxn modelId="{7FFEB167-7BEA-4E89-BFC0-23041E4289BD}" type="presParOf" srcId="{A52A8CC3-9FDA-4126-BA9D-FEA720AE4C98}" destId="{0842C0FE-8D39-4E89-AE1D-0D4FC9D12B2E}" srcOrd="1" destOrd="0" presId="urn:microsoft.com/office/officeart/2016/7/layout/RepeatingBendingProcessNew"/>
    <dgm:cxn modelId="{FB4FD5C5-D844-433E-ADB2-08B350EE8BDA}" type="presParOf" srcId="{0842C0FE-8D39-4E89-AE1D-0D4FC9D12B2E}" destId="{68CA582A-843C-435F-9793-F552705C5207}" srcOrd="0" destOrd="0" presId="urn:microsoft.com/office/officeart/2016/7/layout/RepeatingBendingProcessNew"/>
    <dgm:cxn modelId="{0C3B7432-938E-4E34-9DB7-DFEB511C573C}" type="presParOf" srcId="{A52A8CC3-9FDA-4126-BA9D-FEA720AE4C98}" destId="{09403CB5-124C-44B0-AF24-792476FBF9C2}" srcOrd="2" destOrd="0" presId="urn:microsoft.com/office/officeart/2016/7/layout/RepeatingBendingProcessNew"/>
    <dgm:cxn modelId="{EAE8F054-B838-49BF-8B1F-C1A8D55C78DF}" type="presParOf" srcId="{A52A8CC3-9FDA-4126-BA9D-FEA720AE4C98}" destId="{1954EF46-058D-4A0A-92CC-4125640B5E58}" srcOrd="3" destOrd="0" presId="urn:microsoft.com/office/officeart/2016/7/layout/RepeatingBendingProcessNew"/>
    <dgm:cxn modelId="{45166ABB-69F5-41BB-9BD1-DC2779EC46DB}" type="presParOf" srcId="{1954EF46-058D-4A0A-92CC-4125640B5E58}" destId="{3A646C10-FC09-49FA-820D-FA9860F532F1}" srcOrd="0" destOrd="0" presId="urn:microsoft.com/office/officeart/2016/7/layout/RepeatingBendingProcessNew"/>
    <dgm:cxn modelId="{468BE9A6-6F25-4F3A-B370-6E999ED20453}" type="presParOf" srcId="{A52A8CC3-9FDA-4126-BA9D-FEA720AE4C98}" destId="{74121071-50C7-4269-82D0-6A985C899493}" srcOrd="4" destOrd="0" presId="urn:microsoft.com/office/officeart/2016/7/layout/RepeatingBendingProcessNew"/>
    <dgm:cxn modelId="{A515D4FC-4F9F-44A6-906F-F1C0DE6A3B5A}" type="presParOf" srcId="{A52A8CC3-9FDA-4126-BA9D-FEA720AE4C98}" destId="{92A00550-35C5-418E-B0B8-77B853EEACA7}" srcOrd="5" destOrd="0" presId="urn:microsoft.com/office/officeart/2016/7/layout/RepeatingBendingProcessNew"/>
    <dgm:cxn modelId="{F2CD0CA0-432E-493C-8A97-D57B38E1EA51}" type="presParOf" srcId="{92A00550-35C5-418E-B0B8-77B853EEACA7}" destId="{4A5FC1B4-527E-4E95-A447-EEFBFF346194}" srcOrd="0" destOrd="0" presId="urn:microsoft.com/office/officeart/2016/7/layout/RepeatingBendingProcessNew"/>
    <dgm:cxn modelId="{F6A9D823-E839-4029-B86B-D6508AA68937}" type="presParOf" srcId="{A52A8CC3-9FDA-4126-BA9D-FEA720AE4C98}" destId="{81EF5EE2-C2DF-4E6D-BD4E-0B985593B76B}" srcOrd="6" destOrd="0" presId="urn:microsoft.com/office/officeart/2016/7/layout/RepeatingBendingProcessNew"/>
    <dgm:cxn modelId="{11A83509-BCAA-4892-AB01-C3A3D1B43AB3}" type="presParOf" srcId="{A52A8CC3-9FDA-4126-BA9D-FEA720AE4C98}" destId="{FC48DB6B-304E-4B63-B575-E629F8F1ED9E}" srcOrd="7" destOrd="0" presId="urn:microsoft.com/office/officeart/2016/7/layout/RepeatingBendingProcessNew"/>
    <dgm:cxn modelId="{A01B1312-3F58-4164-BAB3-A5F0C0588151}" type="presParOf" srcId="{FC48DB6B-304E-4B63-B575-E629F8F1ED9E}" destId="{AFD3042F-D64D-400B-AF14-ADB773367825}" srcOrd="0" destOrd="0" presId="urn:microsoft.com/office/officeart/2016/7/layout/RepeatingBendingProcessNew"/>
    <dgm:cxn modelId="{65B3D303-2DCE-418C-8339-BDEA9B31DEFD}" type="presParOf" srcId="{A52A8CC3-9FDA-4126-BA9D-FEA720AE4C98}" destId="{AA2E308C-73FF-401F-A0E8-C6A662A603EC}" srcOrd="8" destOrd="0" presId="urn:microsoft.com/office/officeart/2016/7/layout/RepeatingBendingProcessNew"/>
    <dgm:cxn modelId="{F5C705FB-06B7-4D3B-B7BD-C264893CDE08}" type="presParOf" srcId="{A52A8CC3-9FDA-4126-BA9D-FEA720AE4C98}" destId="{035B6CEC-238C-4A7B-B460-0ADCCA6E4C62}" srcOrd="9" destOrd="0" presId="urn:microsoft.com/office/officeart/2016/7/layout/RepeatingBendingProcessNew"/>
    <dgm:cxn modelId="{DFD30CD3-085B-434F-BE71-D4305A870EDD}" type="presParOf" srcId="{035B6CEC-238C-4A7B-B460-0ADCCA6E4C62}" destId="{2CDAB0B4-DCFB-4100-91F2-B01210A8BAF9}" srcOrd="0" destOrd="0" presId="urn:microsoft.com/office/officeart/2016/7/layout/RepeatingBendingProcessNew"/>
    <dgm:cxn modelId="{67689BEF-6C35-4145-BC26-1F0BAC065AD7}" type="presParOf" srcId="{A52A8CC3-9FDA-4126-BA9D-FEA720AE4C98}" destId="{3DE37824-AE48-4E37-A2F4-B7E196532255}" srcOrd="10" destOrd="0" presId="urn:microsoft.com/office/officeart/2016/7/layout/RepeatingBendingProcessNew"/>
    <dgm:cxn modelId="{015147C9-2088-4DA3-9527-4DF59F5DB5A2}" type="presParOf" srcId="{A52A8CC3-9FDA-4126-BA9D-FEA720AE4C98}" destId="{C3A785EF-0ED5-472A-9584-413CE6FE29F0}" srcOrd="11" destOrd="0" presId="urn:microsoft.com/office/officeart/2016/7/layout/RepeatingBendingProcessNew"/>
    <dgm:cxn modelId="{08266286-6A66-4069-8318-3384D0585C2E}" type="presParOf" srcId="{C3A785EF-0ED5-472A-9584-413CE6FE29F0}" destId="{E9935A92-9111-4E9D-8E2F-861C4232D043}" srcOrd="0" destOrd="0" presId="urn:microsoft.com/office/officeart/2016/7/layout/RepeatingBendingProcessNew"/>
    <dgm:cxn modelId="{D0B929FB-C9E0-473E-9D25-38F802C49320}" type="presParOf" srcId="{A52A8CC3-9FDA-4126-BA9D-FEA720AE4C98}" destId="{16932823-6CB4-4305-BBC6-9A3AD60FB61A}" srcOrd="12" destOrd="0" presId="urn:microsoft.com/office/officeart/2016/7/layout/RepeatingBendingProcessNew"/>
    <dgm:cxn modelId="{18A637AC-06AD-4B35-AEE9-AD493BF15627}" type="presParOf" srcId="{A52A8CC3-9FDA-4126-BA9D-FEA720AE4C98}" destId="{FE27A539-8248-4AF6-A257-A861190BD877}" srcOrd="13" destOrd="0" presId="urn:microsoft.com/office/officeart/2016/7/layout/RepeatingBendingProcessNew"/>
    <dgm:cxn modelId="{FEA83C56-BDE8-4CB0-B1D4-3B34BC6FC093}" type="presParOf" srcId="{FE27A539-8248-4AF6-A257-A861190BD877}" destId="{0914B64C-757F-4537-A310-4C3C9B5F7DDE}" srcOrd="0" destOrd="0" presId="urn:microsoft.com/office/officeart/2016/7/layout/RepeatingBendingProcessNew"/>
    <dgm:cxn modelId="{14D9F8EE-E48D-4820-9FD8-4B4EE4DE3204}" type="presParOf" srcId="{A52A8CC3-9FDA-4126-BA9D-FEA720AE4C98}" destId="{1AE21CCD-F382-436C-9634-019953EA82E9}" srcOrd="14" destOrd="0" presId="urn:microsoft.com/office/officeart/2016/7/layout/RepeatingBendingProcessNew"/>
    <dgm:cxn modelId="{E545A193-F9C6-4628-ABC0-0E2845AF1343}" type="presParOf" srcId="{A52A8CC3-9FDA-4126-BA9D-FEA720AE4C98}" destId="{972F2487-4C4F-440E-9E54-21B1DC981D86}" srcOrd="15" destOrd="0" presId="urn:microsoft.com/office/officeart/2016/7/layout/RepeatingBendingProcessNew"/>
    <dgm:cxn modelId="{6A1DF4E3-1EEF-49AA-9FC6-5F3AC7EA3443}" type="presParOf" srcId="{972F2487-4C4F-440E-9E54-21B1DC981D86}" destId="{EEBB6F94-3705-43F0-A468-4DA41303C37D}" srcOrd="0" destOrd="0" presId="urn:microsoft.com/office/officeart/2016/7/layout/RepeatingBendingProcessNew"/>
    <dgm:cxn modelId="{421BE701-51A5-42DB-B5E3-75E91EE399E1}" type="presParOf" srcId="{A52A8CC3-9FDA-4126-BA9D-FEA720AE4C98}" destId="{ACE5078D-75C1-4335-8271-23D69F0B9E25}" srcOrd="16" destOrd="0" presId="urn:microsoft.com/office/officeart/2016/7/layout/RepeatingBendingProcessNew"/>
    <dgm:cxn modelId="{5BAFAC7B-1FF4-4689-BC46-5B7D11EC0775}" type="presParOf" srcId="{A52A8CC3-9FDA-4126-BA9D-FEA720AE4C98}" destId="{AF5641E8-3449-4129-9CD9-C31B27EB70CB}" srcOrd="17" destOrd="0" presId="urn:microsoft.com/office/officeart/2016/7/layout/RepeatingBendingProcessNew"/>
    <dgm:cxn modelId="{0237069E-7B2C-43E4-912B-DDE80C5E1B1B}" type="presParOf" srcId="{AF5641E8-3449-4129-9CD9-C31B27EB70CB}" destId="{FF0A1711-5137-4D7C-877E-9594523107AE}" srcOrd="0" destOrd="0" presId="urn:microsoft.com/office/officeart/2016/7/layout/RepeatingBendingProcessNew"/>
    <dgm:cxn modelId="{491F7242-7119-4B1F-8475-A63F7F37F00D}" type="presParOf" srcId="{A52A8CC3-9FDA-4126-BA9D-FEA720AE4C98}" destId="{22FE2575-43AE-4D5B-971D-3144B71975ED}" srcOrd="18" destOrd="0" presId="urn:microsoft.com/office/officeart/2016/7/layout/RepeatingBendingProcessNew"/>
    <dgm:cxn modelId="{99E959DA-FC71-4389-9CFF-D00F3DD9ABBB}" type="presParOf" srcId="{A52A8CC3-9FDA-4126-BA9D-FEA720AE4C98}" destId="{A45B3446-662E-469A-9240-C18B07D9DCBC}" srcOrd="19" destOrd="0" presId="urn:microsoft.com/office/officeart/2016/7/layout/RepeatingBendingProcessNew"/>
    <dgm:cxn modelId="{22C25206-A123-499C-8980-D83E4A2598D1}" type="presParOf" srcId="{A45B3446-662E-469A-9240-C18B07D9DCBC}" destId="{83855E02-9581-4101-822E-4DE347832945}" srcOrd="0" destOrd="0" presId="urn:microsoft.com/office/officeart/2016/7/layout/RepeatingBendingProcessNew"/>
    <dgm:cxn modelId="{78CF4690-DD7F-45A6-97A6-70352D62290B}" type="presParOf" srcId="{A52A8CC3-9FDA-4126-BA9D-FEA720AE4C98}" destId="{C4165237-0680-4586-A742-C739C20B2A95}" srcOrd="20" destOrd="0" presId="urn:microsoft.com/office/officeart/2016/7/layout/RepeatingBendingProcessNew"/>
    <dgm:cxn modelId="{C9E8C0A4-7F0F-4F9F-9268-92D8AF89EDB1}" type="presParOf" srcId="{A52A8CC3-9FDA-4126-BA9D-FEA720AE4C98}" destId="{AAFAD9B6-6447-4D0B-AB41-606F3CE5D77C}" srcOrd="21" destOrd="0" presId="urn:microsoft.com/office/officeart/2016/7/layout/RepeatingBendingProcessNew"/>
    <dgm:cxn modelId="{1508C973-5B8C-4B64-8361-67E9BFB4424B}" type="presParOf" srcId="{AAFAD9B6-6447-4D0B-AB41-606F3CE5D77C}" destId="{17A8CC59-7ADF-4FEA-8477-E4C88C9544A0}" srcOrd="0" destOrd="0" presId="urn:microsoft.com/office/officeart/2016/7/layout/RepeatingBendingProcessNew"/>
    <dgm:cxn modelId="{55C89297-4B97-4FDF-98E6-6BDF8AFBAE4F}" type="presParOf" srcId="{A52A8CC3-9FDA-4126-BA9D-FEA720AE4C98}" destId="{626F7EA5-2ACB-4930-A1D6-28A570BD5021}" srcOrd="22" destOrd="0" presId="urn:microsoft.com/office/officeart/2016/7/layout/RepeatingBendingProcessNew"/>
    <dgm:cxn modelId="{4A98DCBF-94BD-4E4D-BCF6-C987122D8582}" type="presParOf" srcId="{A52A8CC3-9FDA-4126-BA9D-FEA720AE4C98}" destId="{76D6C64C-605C-428B-BEFE-2B78420E39AF}" srcOrd="23" destOrd="0" presId="urn:microsoft.com/office/officeart/2016/7/layout/RepeatingBendingProcessNew"/>
    <dgm:cxn modelId="{D631E461-2178-47F1-A639-3F9EB07C251D}" type="presParOf" srcId="{76D6C64C-605C-428B-BEFE-2B78420E39AF}" destId="{D87420C5-8AEC-4B09-9EE1-72613DC58B5F}" srcOrd="0" destOrd="0" presId="urn:microsoft.com/office/officeart/2016/7/layout/RepeatingBendingProcessNew"/>
    <dgm:cxn modelId="{7832B19B-7072-4436-A998-155B881B995A}" type="presParOf" srcId="{A52A8CC3-9FDA-4126-BA9D-FEA720AE4C98}" destId="{AB45D691-A6BE-4514-B9EB-2169E02F319E}" srcOrd="24" destOrd="0" presId="urn:microsoft.com/office/officeart/2016/7/layout/RepeatingBendingProcessNew"/>
    <dgm:cxn modelId="{003273B9-75E2-4994-8E0E-8396ADBB5B43}" type="presParOf" srcId="{A52A8CC3-9FDA-4126-BA9D-FEA720AE4C98}" destId="{5C69FFD6-54A6-4827-980A-A7541C0A9B0D}" srcOrd="25" destOrd="0" presId="urn:microsoft.com/office/officeart/2016/7/layout/RepeatingBendingProcessNew"/>
    <dgm:cxn modelId="{C2A90EE4-7C32-4147-B8AC-AD11A41090D1}" type="presParOf" srcId="{5C69FFD6-54A6-4827-980A-A7541C0A9B0D}" destId="{1C263A26-864F-4514-9919-49CE3FC509D8}" srcOrd="0" destOrd="0" presId="urn:microsoft.com/office/officeart/2016/7/layout/RepeatingBendingProcessNew"/>
    <dgm:cxn modelId="{1B268F37-8CF3-4D5A-9455-25EFE5F5FBB2}" type="presParOf" srcId="{A52A8CC3-9FDA-4126-BA9D-FEA720AE4C98}" destId="{93D6DBEA-8D4D-4CDA-9312-62A8EAF34ABB}" srcOrd="26"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0A36E6-F9EF-40E0-B035-CCACBFC0553B}">
      <dsp:nvSpPr>
        <dsp:cNvPr id="0" name=""/>
        <dsp:cNvSpPr/>
      </dsp:nvSpPr>
      <dsp:spPr>
        <a:xfrm>
          <a:off x="679050" y="578168"/>
          <a:ext cx="1887187" cy="1887187"/>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A088F3-E2BB-4D61-8856-7F37B7E55833}">
      <dsp:nvSpPr>
        <dsp:cNvPr id="0" name=""/>
        <dsp:cNvSpPr/>
      </dsp:nvSpPr>
      <dsp:spPr>
        <a:xfrm>
          <a:off x="1081237" y="980356"/>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6825CA-B934-454A-8A5D-DD2A39D2FA45}">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Guitar learners often struggle to identify chords correctly when practicing alone. </a:t>
          </a:r>
        </a:p>
      </dsp:txBody>
      <dsp:txXfrm>
        <a:off x="75768" y="3053169"/>
        <a:ext cx="3093750" cy="720000"/>
      </dsp:txXfrm>
    </dsp:sp>
    <dsp:sp modelId="{11A827FD-3E52-4500-BFA0-A6A631BAF813}">
      <dsp:nvSpPr>
        <dsp:cNvPr id="0" name=""/>
        <dsp:cNvSpPr/>
      </dsp:nvSpPr>
      <dsp:spPr>
        <a:xfrm>
          <a:off x="4314206" y="578168"/>
          <a:ext cx="1887187" cy="1887187"/>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84DAF3-D8D6-4595-8C02-91D9C4629D60}">
      <dsp:nvSpPr>
        <dsp:cNvPr id="0" name=""/>
        <dsp:cNvSpPr/>
      </dsp:nvSpPr>
      <dsp:spPr>
        <a:xfrm>
          <a:off x="4716393" y="980356"/>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38F7C5-6E8D-4850-8CE5-30D1C9D5B678}">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Existing tools can be expensive, limited, or lack real-time feedback. </a:t>
          </a:r>
        </a:p>
      </dsp:txBody>
      <dsp:txXfrm>
        <a:off x="3710925" y="3053169"/>
        <a:ext cx="3093750" cy="720000"/>
      </dsp:txXfrm>
    </dsp:sp>
    <dsp:sp modelId="{C4941A72-3E62-4127-8726-36E17C6A7878}">
      <dsp:nvSpPr>
        <dsp:cNvPr id="0" name=""/>
        <dsp:cNvSpPr/>
      </dsp:nvSpPr>
      <dsp:spPr>
        <a:xfrm>
          <a:off x="7949362" y="578168"/>
          <a:ext cx="1887187" cy="1887187"/>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880DEC-5D87-4922-9111-9CF6D938E4D7}">
      <dsp:nvSpPr>
        <dsp:cNvPr id="0" name=""/>
        <dsp:cNvSpPr/>
      </dsp:nvSpPr>
      <dsp:spPr>
        <a:xfrm>
          <a:off x="8351550" y="980356"/>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B3F831-D309-48F0-B7FC-A692CD6C25A6}">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ChordSense provides real-time chord detection and immediate visual feedback to make practice easier and more effective.</a:t>
          </a:r>
        </a:p>
      </dsp:txBody>
      <dsp:txXfrm>
        <a:off x="7346081" y="3053169"/>
        <a:ext cx="3093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636560-E776-4F40-839C-C5EA59954CAA}">
      <dsp:nvSpPr>
        <dsp:cNvPr id="0" name=""/>
        <dsp:cNvSpPr/>
      </dsp:nvSpPr>
      <dsp:spPr>
        <a:xfrm>
          <a:off x="254884" y="807959"/>
          <a:ext cx="917470" cy="91747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99E59A-B4CC-409C-95ED-6E3D7D83E521}">
      <dsp:nvSpPr>
        <dsp:cNvPr id="0" name=""/>
        <dsp:cNvSpPr/>
      </dsp:nvSpPr>
      <dsp:spPr>
        <a:xfrm>
          <a:off x="447553" y="1000628"/>
          <a:ext cx="532133" cy="5321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34C564-C650-4F1B-AB94-DF00294DCE83}">
      <dsp:nvSpPr>
        <dsp:cNvPr id="0" name=""/>
        <dsp:cNvSpPr/>
      </dsp:nvSpPr>
      <dsp:spPr>
        <a:xfrm>
          <a:off x="1368956" y="807959"/>
          <a:ext cx="2162609" cy="917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Digital Visualization: </a:t>
          </a:r>
        </a:p>
        <a:p>
          <a:pPr marL="0" lvl="0" indent="0" algn="l" defTabSz="488950">
            <a:lnSpc>
              <a:spcPct val="100000"/>
            </a:lnSpc>
            <a:spcBef>
              <a:spcPct val="0"/>
            </a:spcBef>
            <a:spcAft>
              <a:spcPct val="35000"/>
            </a:spcAft>
            <a:buNone/>
          </a:pPr>
          <a:r>
            <a:rPr lang="en-US" sz="1100" kern="1200"/>
            <a:t>Frontend displays current and surrounding chords in sync with audio playback </a:t>
          </a:r>
        </a:p>
      </dsp:txBody>
      <dsp:txXfrm>
        <a:off x="1368956" y="807959"/>
        <a:ext cx="2162609" cy="917470"/>
      </dsp:txXfrm>
    </dsp:sp>
    <dsp:sp modelId="{9133F228-1B5E-4306-AD46-510FDA458118}">
      <dsp:nvSpPr>
        <dsp:cNvPr id="0" name=""/>
        <dsp:cNvSpPr/>
      </dsp:nvSpPr>
      <dsp:spPr>
        <a:xfrm>
          <a:off x="3908384" y="807959"/>
          <a:ext cx="917470" cy="91747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E8C882-80F8-42CC-8230-2F4F85A690CD}">
      <dsp:nvSpPr>
        <dsp:cNvPr id="0" name=""/>
        <dsp:cNvSpPr/>
      </dsp:nvSpPr>
      <dsp:spPr>
        <a:xfrm>
          <a:off x="4101053" y="1000628"/>
          <a:ext cx="532133" cy="5321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C57E90-4B0A-4274-9113-1441D8DB7F2F}">
      <dsp:nvSpPr>
        <dsp:cNvPr id="0" name=""/>
        <dsp:cNvSpPr/>
      </dsp:nvSpPr>
      <dsp:spPr>
        <a:xfrm>
          <a:off x="5022456" y="807959"/>
          <a:ext cx="2162609" cy="917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Audio Processing Pipeline:</a:t>
          </a:r>
        </a:p>
        <a:p>
          <a:pPr marL="0" lvl="0" indent="0" algn="l" defTabSz="488950">
            <a:lnSpc>
              <a:spcPct val="100000"/>
            </a:lnSpc>
            <a:spcBef>
              <a:spcPct val="0"/>
            </a:spcBef>
            <a:spcAft>
              <a:spcPct val="35000"/>
            </a:spcAft>
            <a:buNone/>
          </a:pPr>
          <a:r>
            <a:rPr lang="en-US" sz="1100" kern="1200"/>
            <a:t>Generated timestamped chord data from analyzed audio for frontend playback sync </a:t>
          </a:r>
        </a:p>
      </dsp:txBody>
      <dsp:txXfrm>
        <a:off x="5022456" y="807959"/>
        <a:ext cx="2162609" cy="917470"/>
      </dsp:txXfrm>
    </dsp:sp>
    <dsp:sp modelId="{131660DC-1DEA-468B-B218-87FF11E353B2}">
      <dsp:nvSpPr>
        <dsp:cNvPr id="0" name=""/>
        <dsp:cNvSpPr/>
      </dsp:nvSpPr>
      <dsp:spPr>
        <a:xfrm>
          <a:off x="7561883" y="807959"/>
          <a:ext cx="917470" cy="91747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B36E5A-9E3C-48EC-815A-45316DD838F1}">
      <dsp:nvSpPr>
        <dsp:cNvPr id="0" name=""/>
        <dsp:cNvSpPr/>
      </dsp:nvSpPr>
      <dsp:spPr>
        <a:xfrm>
          <a:off x="7754552" y="1000628"/>
          <a:ext cx="532133" cy="532133"/>
        </a:xfrm>
        <a:prstGeom prst="rect">
          <a:avLst/>
        </a:prstGeom>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BBC996-2666-495B-8379-0353FC132C64}">
      <dsp:nvSpPr>
        <dsp:cNvPr id="0" name=""/>
        <dsp:cNvSpPr/>
      </dsp:nvSpPr>
      <dsp:spPr>
        <a:xfrm>
          <a:off x="8675955" y="807959"/>
          <a:ext cx="2162609" cy="917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Heavy Chord Detection: </a:t>
          </a:r>
        </a:p>
        <a:p>
          <a:pPr marL="0" lvl="0" indent="0" algn="l" defTabSz="488950">
            <a:lnSpc>
              <a:spcPct val="100000"/>
            </a:lnSpc>
            <a:spcBef>
              <a:spcPct val="0"/>
            </a:spcBef>
            <a:spcAft>
              <a:spcPct val="35000"/>
            </a:spcAft>
            <a:buNone/>
          </a:pPr>
          <a:r>
            <a:rPr lang="en-US" sz="1100" kern="1200"/>
            <a:t>Ran Chord-CNN-LSTM on Jetson Nano to produce chord predictions </a:t>
          </a:r>
        </a:p>
      </dsp:txBody>
      <dsp:txXfrm>
        <a:off x="8675955" y="807959"/>
        <a:ext cx="2162609" cy="917470"/>
      </dsp:txXfrm>
    </dsp:sp>
    <dsp:sp modelId="{DC46CFBB-BC93-4FF1-806D-3A95FC642C35}">
      <dsp:nvSpPr>
        <dsp:cNvPr id="0" name=""/>
        <dsp:cNvSpPr/>
      </dsp:nvSpPr>
      <dsp:spPr>
        <a:xfrm>
          <a:off x="254884" y="2432233"/>
          <a:ext cx="917470" cy="91747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728A07-670D-4C1F-874A-72FE5492C5F9}">
      <dsp:nvSpPr>
        <dsp:cNvPr id="0" name=""/>
        <dsp:cNvSpPr/>
      </dsp:nvSpPr>
      <dsp:spPr>
        <a:xfrm>
          <a:off x="447553" y="2624902"/>
          <a:ext cx="532133" cy="5321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3FE0FA-3164-42A2-A900-705C964B7802}">
      <dsp:nvSpPr>
        <dsp:cNvPr id="0" name=""/>
        <dsp:cNvSpPr/>
      </dsp:nvSpPr>
      <dsp:spPr>
        <a:xfrm>
          <a:off x="1368956" y="2432233"/>
          <a:ext cx="2162609" cy="917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Custom  Light ML Model: </a:t>
          </a:r>
        </a:p>
        <a:p>
          <a:pPr marL="0" lvl="0" indent="0" algn="l" defTabSz="488950">
            <a:lnSpc>
              <a:spcPct val="100000"/>
            </a:lnSpc>
            <a:spcBef>
              <a:spcPct val="0"/>
            </a:spcBef>
            <a:spcAft>
              <a:spcPct val="35000"/>
            </a:spcAft>
            <a:buNone/>
          </a:pPr>
          <a:r>
            <a:rPr lang="en-US" sz="1100" kern="1200"/>
            <a:t>Trained lightweight 21k-parameter model with about 90% accuracy for recorded and real-time input </a:t>
          </a:r>
        </a:p>
      </dsp:txBody>
      <dsp:txXfrm>
        <a:off x="1368956" y="2432233"/>
        <a:ext cx="2162609" cy="917470"/>
      </dsp:txXfrm>
    </dsp:sp>
    <dsp:sp modelId="{87EA9DCC-B494-4A1B-9104-18699D7ACF4B}">
      <dsp:nvSpPr>
        <dsp:cNvPr id="0" name=""/>
        <dsp:cNvSpPr/>
      </dsp:nvSpPr>
      <dsp:spPr>
        <a:xfrm>
          <a:off x="3908384" y="2432233"/>
          <a:ext cx="917470" cy="91747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AB2B14-B113-4762-8AF6-10669BB9BAB2}">
      <dsp:nvSpPr>
        <dsp:cNvPr id="0" name=""/>
        <dsp:cNvSpPr/>
      </dsp:nvSpPr>
      <dsp:spPr>
        <a:xfrm>
          <a:off x="4101053" y="2624902"/>
          <a:ext cx="532133" cy="5321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542325-7378-4B49-B854-F5F451362341}">
      <dsp:nvSpPr>
        <dsp:cNvPr id="0" name=""/>
        <dsp:cNvSpPr/>
      </dsp:nvSpPr>
      <dsp:spPr>
        <a:xfrm>
          <a:off x="5022456" y="2432233"/>
          <a:ext cx="2162609" cy="917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Analog Hardware: </a:t>
          </a:r>
        </a:p>
        <a:p>
          <a:pPr marL="0" lvl="0" indent="0" algn="l" defTabSz="488950">
            <a:lnSpc>
              <a:spcPct val="100000"/>
            </a:lnSpc>
            <a:spcBef>
              <a:spcPct val="0"/>
            </a:spcBef>
            <a:spcAft>
              <a:spcPct val="35000"/>
            </a:spcAft>
            <a:buNone/>
          </a:pPr>
          <a:r>
            <a:rPr lang="en-US" sz="1100" kern="1200" dirty="0"/>
            <a:t>Built circuitry to scale and shift guitar signals into the ADC range</a:t>
          </a:r>
        </a:p>
      </dsp:txBody>
      <dsp:txXfrm>
        <a:off x="5022456" y="2432233"/>
        <a:ext cx="2162609" cy="917470"/>
      </dsp:txXfrm>
    </dsp:sp>
    <dsp:sp modelId="{CD595790-E685-4019-A4EA-1B1B0751C7DF}">
      <dsp:nvSpPr>
        <dsp:cNvPr id="0" name=""/>
        <dsp:cNvSpPr/>
      </dsp:nvSpPr>
      <dsp:spPr>
        <a:xfrm>
          <a:off x="7561883" y="2432233"/>
          <a:ext cx="917470" cy="91747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341A7A-30F1-4A31-AE01-8DC1DA385928}">
      <dsp:nvSpPr>
        <dsp:cNvPr id="0" name=""/>
        <dsp:cNvSpPr/>
      </dsp:nvSpPr>
      <dsp:spPr>
        <a:xfrm>
          <a:off x="7754552" y="2624902"/>
          <a:ext cx="532133" cy="5321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1BF851-92EA-43D3-9901-ED541149B4A1}">
      <dsp:nvSpPr>
        <dsp:cNvPr id="0" name=""/>
        <dsp:cNvSpPr/>
      </dsp:nvSpPr>
      <dsp:spPr>
        <a:xfrm>
          <a:off x="8675955" y="2432233"/>
          <a:ext cx="2162609" cy="917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Embedded Hardware:</a:t>
          </a:r>
        </a:p>
        <a:p>
          <a:pPr marL="0" lvl="0" indent="0" algn="l" defTabSz="488950">
            <a:lnSpc>
              <a:spcPct val="100000"/>
            </a:lnSpc>
            <a:spcBef>
              <a:spcPct val="0"/>
            </a:spcBef>
            <a:spcAft>
              <a:spcPct val="35000"/>
            </a:spcAft>
            <a:buNone/>
          </a:pPr>
          <a:r>
            <a:rPr lang="en-US" sz="1100" kern="1200" dirty="0"/>
            <a:t>Configured ESP32C3 ADC, DMA sampling, and began constant-Q transform implementation </a:t>
          </a:r>
        </a:p>
      </dsp:txBody>
      <dsp:txXfrm>
        <a:off x="8675955" y="2432233"/>
        <a:ext cx="2162609" cy="9174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2C0FE-8D39-4E89-AE1D-0D4FC9D12B2E}">
      <dsp:nvSpPr>
        <dsp:cNvPr id="0" name=""/>
        <dsp:cNvSpPr/>
      </dsp:nvSpPr>
      <dsp:spPr>
        <a:xfrm>
          <a:off x="1848780" y="520546"/>
          <a:ext cx="393413" cy="91440"/>
        </a:xfrm>
        <a:custGeom>
          <a:avLst/>
          <a:gdLst/>
          <a:ahLst/>
          <a:cxnLst/>
          <a:rect l="0" t="0" r="0" b="0"/>
          <a:pathLst>
            <a:path>
              <a:moveTo>
                <a:pt x="0" y="45720"/>
              </a:moveTo>
              <a:lnTo>
                <a:pt x="393413"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34887" y="564146"/>
        <a:ext cx="21200" cy="4240"/>
      </dsp:txXfrm>
    </dsp:sp>
    <dsp:sp modelId="{850767B4-1A5C-4C32-A83C-CC322A24C28A}">
      <dsp:nvSpPr>
        <dsp:cNvPr id="0" name=""/>
        <dsp:cNvSpPr/>
      </dsp:nvSpPr>
      <dsp:spPr>
        <a:xfrm>
          <a:off x="7043" y="13205"/>
          <a:ext cx="1843537" cy="1106122"/>
        </a:xfrm>
        <a:prstGeom prst="rect">
          <a:avLst/>
        </a:prstGeom>
        <a:solidFill>
          <a:schemeClr val="accent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335" tIns="94822" rIns="90335" bIns="94822" numCol="1" spcCol="1270" anchor="ctr" anchorCtr="0">
          <a:noAutofit/>
        </a:bodyPr>
        <a:lstStyle/>
        <a:p>
          <a:pPr marL="0" lvl="0" indent="0" algn="ctr" defTabSz="622300">
            <a:lnSpc>
              <a:spcPct val="90000"/>
            </a:lnSpc>
            <a:spcBef>
              <a:spcPct val="0"/>
            </a:spcBef>
            <a:spcAft>
              <a:spcPct val="35000"/>
            </a:spcAft>
            <a:buNone/>
          </a:pPr>
          <a:r>
            <a:rPr lang="en-US" sz="1400" kern="1200"/>
            <a:t>Initial Research &amp; Planning</a:t>
          </a:r>
        </a:p>
        <a:p>
          <a:pPr marL="0" lvl="0" indent="0" algn="ctr" defTabSz="622300">
            <a:lnSpc>
              <a:spcPct val="90000"/>
            </a:lnSpc>
            <a:spcBef>
              <a:spcPct val="0"/>
            </a:spcBef>
            <a:spcAft>
              <a:spcPct val="35000"/>
            </a:spcAft>
            <a:buNone/>
          </a:pPr>
          <a:r>
            <a:rPr lang="en-US" sz="1400" b="1" kern="1200"/>
            <a:t>WEEK 1</a:t>
          </a:r>
        </a:p>
      </dsp:txBody>
      <dsp:txXfrm>
        <a:off x="7043" y="13205"/>
        <a:ext cx="1843537" cy="1106122"/>
      </dsp:txXfrm>
    </dsp:sp>
    <dsp:sp modelId="{1954EF46-058D-4A0A-92CC-4125640B5E58}">
      <dsp:nvSpPr>
        <dsp:cNvPr id="0" name=""/>
        <dsp:cNvSpPr/>
      </dsp:nvSpPr>
      <dsp:spPr>
        <a:xfrm>
          <a:off x="4116332" y="520546"/>
          <a:ext cx="393413" cy="91440"/>
        </a:xfrm>
        <a:custGeom>
          <a:avLst/>
          <a:gdLst/>
          <a:ahLst/>
          <a:cxnLst/>
          <a:rect l="0" t="0" r="0" b="0"/>
          <a:pathLst>
            <a:path>
              <a:moveTo>
                <a:pt x="0" y="45720"/>
              </a:moveTo>
              <a:lnTo>
                <a:pt x="393413"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02438" y="564146"/>
        <a:ext cx="21200" cy="4240"/>
      </dsp:txXfrm>
    </dsp:sp>
    <dsp:sp modelId="{09403CB5-124C-44B0-AF24-792476FBF9C2}">
      <dsp:nvSpPr>
        <dsp:cNvPr id="0" name=""/>
        <dsp:cNvSpPr/>
      </dsp:nvSpPr>
      <dsp:spPr>
        <a:xfrm>
          <a:off x="2274594" y="13205"/>
          <a:ext cx="1843537" cy="1106122"/>
        </a:xfrm>
        <a:prstGeom prst="rect">
          <a:avLst/>
        </a:prstGeom>
        <a:solidFill>
          <a:schemeClr val="accent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335" tIns="94822" rIns="90335" bIns="94822" numCol="1" spcCol="1270" anchor="ctr" anchorCtr="0">
          <a:noAutofit/>
        </a:bodyPr>
        <a:lstStyle/>
        <a:p>
          <a:pPr marL="0" lvl="0" indent="0" algn="ctr" defTabSz="622300">
            <a:lnSpc>
              <a:spcPct val="90000"/>
            </a:lnSpc>
            <a:spcBef>
              <a:spcPct val="0"/>
            </a:spcBef>
            <a:spcAft>
              <a:spcPct val="35000"/>
            </a:spcAft>
            <a:buNone/>
          </a:pPr>
          <a:r>
            <a:rPr lang="en-US" sz="1400" kern="1200"/>
            <a:t>Jetson Nano - Chord Detection </a:t>
          </a:r>
        </a:p>
        <a:p>
          <a:pPr marL="0" lvl="0" indent="0" algn="ctr" defTabSz="622300">
            <a:lnSpc>
              <a:spcPct val="90000"/>
            </a:lnSpc>
            <a:spcBef>
              <a:spcPct val="0"/>
            </a:spcBef>
            <a:spcAft>
              <a:spcPct val="35000"/>
            </a:spcAft>
            <a:buNone/>
          </a:pPr>
          <a:r>
            <a:rPr lang="en-US" sz="1400" b="1" kern="1200"/>
            <a:t>WEEK 2-3</a:t>
          </a:r>
        </a:p>
      </dsp:txBody>
      <dsp:txXfrm>
        <a:off x="2274594" y="13205"/>
        <a:ext cx="1843537" cy="1106122"/>
      </dsp:txXfrm>
    </dsp:sp>
    <dsp:sp modelId="{92A00550-35C5-418E-B0B8-77B853EEACA7}">
      <dsp:nvSpPr>
        <dsp:cNvPr id="0" name=""/>
        <dsp:cNvSpPr/>
      </dsp:nvSpPr>
      <dsp:spPr>
        <a:xfrm>
          <a:off x="6383883" y="520546"/>
          <a:ext cx="393413" cy="91440"/>
        </a:xfrm>
        <a:custGeom>
          <a:avLst/>
          <a:gdLst/>
          <a:ahLst/>
          <a:cxnLst/>
          <a:rect l="0" t="0" r="0" b="0"/>
          <a:pathLst>
            <a:path>
              <a:moveTo>
                <a:pt x="0" y="45720"/>
              </a:moveTo>
              <a:lnTo>
                <a:pt x="393413"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69989" y="564146"/>
        <a:ext cx="21200" cy="4240"/>
      </dsp:txXfrm>
    </dsp:sp>
    <dsp:sp modelId="{74121071-50C7-4269-82D0-6A985C899493}">
      <dsp:nvSpPr>
        <dsp:cNvPr id="0" name=""/>
        <dsp:cNvSpPr/>
      </dsp:nvSpPr>
      <dsp:spPr>
        <a:xfrm>
          <a:off x="4542145" y="13205"/>
          <a:ext cx="1843537" cy="1106122"/>
        </a:xfrm>
        <a:prstGeom prst="rect">
          <a:avLst/>
        </a:prstGeom>
        <a:solidFill>
          <a:schemeClr val="accent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335" tIns="94822" rIns="90335" bIns="94822" numCol="1" spcCol="1270" anchor="ctr" anchorCtr="0">
          <a:noAutofit/>
        </a:bodyPr>
        <a:lstStyle/>
        <a:p>
          <a:pPr marL="0" lvl="0" indent="0" algn="ctr" defTabSz="622300">
            <a:lnSpc>
              <a:spcPct val="90000"/>
            </a:lnSpc>
            <a:spcBef>
              <a:spcPct val="0"/>
            </a:spcBef>
            <a:spcAft>
              <a:spcPct val="35000"/>
            </a:spcAft>
            <a:buNone/>
          </a:pPr>
          <a:r>
            <a:rPr lang="en-US" sz="1400" kern="1200"/>
            <a:t>Playback-synced chord display</a:t>
          </a:r>
        </a:p>
        <a:p>
          <a:pPr marL="0" lvl="0" indent="0" algn="ctr" defTabSz="622300">
            <a:lnSpc>
              <a:spcPct val="90000"/>
            </a:lnSpc>
            <a:spcBef>
              <a:spcPct val="0"/>
            </a:spcBef>
            <a:spcAft>
              <a:spcPct val="35000"/>
            </a:spcAft>
            <a:buNone/>
          </a:pPr>
          <a:r>
            <a:rPr lang="en-US" sz="1400" b="1" kern="1200"/>
            <a:t>WEEK 3</a:t>
          </a:r>
        </a:p>
      </dsp:txBody>
      <dsp:txXfrm>
        <a:off x="4542145" y="13205"/>
        <a:ext cx="1843537" cy="1106122"/>
      </dsp:txXfrm>
    </dsp:sp>
    <dsp:sp modelId="{FC48DB6B-304E-4B63-B575-E629F8F1ED9E}">
      <dsp:nvSpPr>
        <dsp:cNvPr id="0" name=""/>
        <dsp:cNvSpPr/>
      </dsp:nvSpPr>
      <dsp:spPr>
        <a:xfrm>
          <a:off x="8651434" y="520546"/>
          <a:ext cx="393413" cy="91440"/>
        </a:xfrm>
        <a:custGeom>
          <a:avLst/>
          <a:gdLst/>
          <a:ahLst/>
          <a:cxnLst/>
          <a:rect l="0" t="0" r="0" b="0"/>
          <a:pathLst>
            <a:path>
              <a:moveTo>
                <a:pt x="0" y="45720"/>
              </a:moveTo>
              <a:lnTo>
                <a:pt x="393413"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837540" y="564146"/>
        <a:ext cx="21200" cy="4240"/>
      </dsp:txXfrm>
    </dsp:sp>
    <dsp:sp modelId="{81EF5EE2-C2DF-4E6D-BD4E-0B985593B76B}">
      <dsp:nvSpPr>
        <dsp:cNvPr id="0" name=""/>
        <dsp:cNvSpPr/>
      </dsp:nvSpPr>
      <dsp:spPr>
        <a:xfrm>
          <a:off x="6809696" y="13205"/>
          <a:ext cx="1843537" cy="1106122"/>
        </a:xfrm>
        <a:prstGeom prst="rect">
          <a:avLst/>
        </a:prstGeom>
        <a:solidFill>
          <a:schemeClr val="accent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335" tIns="94822" rIns="90335" bIns="94822" numCol="1" spcCol="1270" anchor="ctr" anchorCtr="0">
          <a:noAutofit/>
        </a:bodyPr>
        <a:lstStyle/>
        <a:p>
          <a:pPr marL="0" lvl="0" indent="0" algn="ctr" defTabSz="622300">
            <a:lnSpc>
              <a:spcPct val="90000"/>
            </a:lnSpc>
            <a:spcBef>
              <a:spcPct val="0"/>
            </a:spcBef>
            <a:spcAft>
              <a:spcPct val="35000"/>
            </a:spcAft>
            <a:buNone/>
          </a:pPr>
          <a:r>
            <a:rPr lang="en-US" sz="1400" kern="1200"/>
            <a:t>Custom lightweight ML model </a:t>
          </a:r>
        </a:p>
        <a:p>
          <a:pPr marL="0" lvl="0" indent="0" algn="ctr" defTabSz="622300">
            <a:lnSpc>
              <a:spcPct val="90000"/>
            </a:lnSpc>
            <a:spcBef>
              <a:spcPct val="0"/>
            </a:spcBef>
            <a:spcAft>
              <a:spcPct val="35000"/>
            </a:spcAft>
            <a:buNone/>
          </a:pPr>
          <a:r>
            <a:rPr lang="en-US" sz="1400" b="1" kern="1200"/>
            <a:t>WEEK 4</a:t>
          </a:r>
        </a:p>
      </dsp:txBody>
      <dsp:txXfrm>
        <a:off x="6809696" y="13205"/>
        <a:ext cx="1843537" cy="1106122"/>
      </dsp:txXfrm>
    </dsp:sp>
    <dsp:sp modelId="{035B6CEC-238C-4A7B-B460-0ADCCA6E4C62}">
      <dsp:nvSpPr>
        <dsp:cNvPr id="0" name=""/>
        <dsp:cNvSpPr/>
      </dsp:nvSpPr>
      <dsp:spPr>
        <a:xfrm>
          <a:off x="928812" y="1117527"/>
          <a:ext cx="9070204" cy="393413"/>
        </a:xfrm>
        <a:custGeom>
          <a:avLst/>
          <a:gdLst/>
          <a:ahLst/>
          <a:cxnLst/>
          <a:rect l="0" t="0" r="0" b="0"/>
          <a:pathLst>
            <a:path>
              <a:moveTo>
                <a:pt x="9070204" y="0"/>
              </a:moveTo>
              <a:lnTo>
                <a:pt x="9070204" y="213806"/>
              </a:lnTo>
              <a:lnTo>
                <a:pt x="0" y="213806"/>
              </a:lnTo>
              <a:lnTo>
                <a:pt x="0" y="393413"/>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36911" y="1312114"/>
        <a:ext cx="454005" cy="4240"/>
      </dsp:txXfrm>
    </dsp:sp>
    <dsp:sp modelId="{AA2E308C-73FF-401F-A0E8-C6A662A603EC}">
      <dsp:nvSpPr>
        <dsp:cNvPr id="0" name=""/>
        <dsp:cNvSpPr/>
      </dsp:nvSpPr>
      <dsp:spPr>
        <a:xfrm>
          <a:off x="9077248" y="13205"/>
          <a:ext cx="1843537" cy="1106122"/>
        </a:xfrm>
        <a:prstGeom prst="rect">
          <a:avLst/>
        </a:prstGeom>
        <a:solidFill>
          <a:schemeClr val="accent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335" tIns="94822" rIns="90335" bIns="94822" numCol="1" spcCol="1270" anchor="ctr" anchorCtr="0">
          <a:noAutofit/>
        </a:bodyPr>
        <a:lstStyle/>
        <a:p>
          <a:pPr marL="0" lvl="0" indent="0" algn="ctr" defTabSz="622300">
            <a:lnSpc>
              <a:spcPct val="90000"/>
            </a:lnSpc>
            <a:spcBef>
              <a:spcPct val="0"/>
            </a:spcBef>
            <a:spcAft>
              <a:spcPct val="35000"/>
            </a:spcAft>
            <a:buNone/>
          </a:pPr>
          <a:r>
            <a:rPr lang="en-US" sz="1400" kern="1200"/>
            <a:t>ESP32C3 ADC/DMA setup </a:t>
          </a:r>
        </a:p>
        <a:p>
          <a:pPr marL="0" lvl="0" indent="0" algn="ctr" defTabSz="622300">
            <a:lnSpc>
              <a:spcPct val="90000"/>
            </a:lnSpc>
            <a:spcBef>
              <a:spcPct val="0"/>
            </a:spcBef>
            <a:spcAft>
              <a:spcPct val="35000"/>
            </a:spcAft>
            <a:buNone/>
          </a:pPr>
          <a:r>
            <a:rPr lang="en-US" sz="1400" b="1" kern="1200"/>
            <a:t>WEEK 4</a:t>
          </a:r>
        </a:p>
      </dsp:txBody>
      <dsp:txXfrm>
        <a:off x="9077248" y="13205"/>
        <a:ext cx="1843537" cy="1106122"/>
      </dsp:txXfrm>
    </dsp:sp>
    <dsp:sp modelId="{C3A785EF-0ED5-472A-9584-413CE6FE29F0}">
      <dsp:nvSpPr>
        <dsp:cNvPr id="0" name=""/>
        <dsp:cNvSpPr/>
      </dsp:nvSpPr>
      <dsp:spPr>
        <a:xfrm>
          <a:off x="1848780" y="2050682"/>
          <a:ext cx="393413" cy="91440"/>
        </a:xfrm>
        <a:custGeom>
          <a:avLst/>
          <a:gdLst/>
          <a:ahLst/>
          <a:cxnLst/>
          <a:rect l="0" t="0" r="0" b="0"/>
          <a:pathLst>
            <a:path>
              <a:moveTo>
                <a:pt x="0" y="45720"/>
              </a:moveTo>
              <a:lnTo>
                <a:pt x="393413"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34887" y="2094282"/>
        <a:ext cx="21200" cy="4240"/>
      </dsp:txXfrm>
    </dsp:sp>
    <dsp:sp modelId="{3DE37824-AE48-4E37-A2F4-B7E196532255}">
      <dsp:nvSpPr>
        <dsp:cNvPr id="0" name=""/>
        <dsp:cNvSpPr/>
      </dsp:nvSpPr>
      <dsp:spPr>
        <a:xfrm>
          <a:off x="7043" y="1543341"/>
          <a:ext cx="1843537" cy="1106122"/>
        </a:xfrm>
        <a:prstGeom prst="rect">
          <a:avLst/>
        </a:prstGeom>
        <a:solidFill>
          <a:schemeClr val="accent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335" tIns="94822" rIns="90335" bIns="94822" numCol="1" spcCol="1270" anchor="ctr" anchorCtr="0">
          <a:noAutofit/>
        </a:bodyPr>
        <a:lstStyle/>
        <a:p>
          <a:pPr marL="0" lvl="0" indent="0" algn="ctr" defTabSz="622300">
            <a:lnSpc>
              <a:spcPct val="90000"/>
            </a:lnSpc>
            <a:spcBef>
              <a:spcPct val="0"/>
            </a:spcBef>
            <a:spcAft>
              <a:spcPct val="35000"/>
            </a:spcAft>
            <a:buNone/>
          </a:pPr>
          <a:r>
            <a:rPr lang="en-US" sz="1400" kern="1200"/>
            <a:t>Analog input conditioning</a:t>
          </a:r>
        </a:p>
        <a:p>
          <a:pPr marL="0" lvl="0" indent="0" algn="ctr" defTabSz="622300">
            <a:lnSpc>
              <a:spcPct val="90000"/>
            </a:lnSpc>
            <a:spcBef>
              <a:spcPct val="0"/>
            </a:spcBef>
            <a:spcAft>
              <a:spcPct val="35000"/>
            </a:spcAft>
            <a:buNone/>
          </a:pPr>
          <a:r>
            <a:rPr lang="en-US" sz="1400" b="1" kern="1200"/>
            <a:t>WEEK 4 </a:t>
          </a:r>
        </a:p>
      </dsp:txBody>
      <dsp:txXfrm>
        <a:off x="7043" y="1543341"/>
        <a:ext cx="1843537" cy="1106122"/>
      </dsp:txXfrm>
    </dsp:sp>
    <dsp:sp modelId="{FE27A539-8248-4AF6-A257-A861190BD877}">
      <dsp:nvSpPr>
        <dsp:cNvPr id="0" name=""/>
        <dsp:cNvSpPr/>
      </dsp:nvSpPr>
      <dsp:spPr>
        <a:xfrm>
          <a:off x="4116332" y="2050682"/>
          <a:ext cx="393413" cy="91440"/>
        </a:xfrm>
        <a:custGeom>
          <a:avLst/>
          <a:gdLst/>
          <a:ahLst/>
          <a:cxnLst/>
          <a:rect l="0" t="0" r="0" b="0"/>
          <a:pathLst>
            <a:path>
              <a:moveTo>
                <a:pt x="0" y="45720"/>
              </a:moveTo>
              <a:lnTo>
                <a:pt x="393413"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02438" y="2094282"/>
        <a:ext cx="21200" cy="4240"/>
      </dsp:txXfrm>
    </dsp:sp>
    <dsp:sp modelId="{16932823-6CB4-4305-BBC6-9A3AD60FB61A}">
      <dsp:nvSpPr>
        <dsp:cNvPr id="0" name=""/>
        <dsp:cNvSpPr/>
      </dsp:nvSpPr>
      <dsp:spPr>
        <a:xfrm>
          <a:off x="2274594" y="1543341"/>
          <a:ext cx="1843537" cy="1106122"/>
        </a:xfrm>
        <a:prstGeom prst="rect">
          <a:avLst/>
        </a:prstGeom>
        <a:solidFill>
          <a:schemeClr val="accent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335" tIns="94822" rIns="90335" bIns="94822" numCol="1" spcCol="1270" anchor="ctr" anchorCtr="0">
          <a:noAutofit/>
        </a:bodyPr>
        <a:lstStyle/>
        <a:p>
          <a:pPr marL="0" lvl="0" indent="0" algn="ctr" defTabSz="622300">
            <a:lnSpc>
              <a:spcPct val="90000"/>
            </a:lnSpc>
            <a:spcBef>
              <a:spcPct val="0"/>
            </a:spcBef>
            <a:spcAft>
              <a:spcPct val="35000"/>
            </a:spcAft>
            <a:buNone/>
          </a:pPr>
          <a:r>
            <a:rPr lang="en-US" sz="1400" kern="1200"/>
            <a:t>Analog-to-ESP integration </a:t>
          </a:r>
        </a:p>
        <a:p>
          <a:pPr marL="0" lvl="0" indent="0" algn="ctr" defTabSz="622300">
            <a:lnSpc>
              <a:spcPct val="90000"/>
            </a:lnSpc>
            <a:spcBef>
              <a:spcPct val="0"/>
            </a:spcBef>
            <a:spcAft>
              <a:spcPct val="35000"/>
            </a:spcAft>
            <a:buNone/>
          </a:pPr>
          <a:r>
            <a:rPr lang="en-US" sz="1400" b="1" kern="1200"/>
            <a:t>WEEK 4</a:t>
          </a:r>
        </a:p>
      </dsp:txBody>
      <dsp:txXfrm>
        <a:off x="2274594" y="1543341"/>
        <a:ext cx="1843537" cy="1106122"/>
      </dsp:txXfrm>
    </dsp:sp>
    <dsp:sp modelId="{972F2487-4C4F-440E-9E54-21B1DC981D86}">
      <dsp:nvSpPr>
        <dsp:cNvPr id="0" name=""/>
        <dsp:cNvSpPr/>
      </dsp:nvSpPr>
      <dsp:spPr>
        <a:xfrm>
          <a:off x="6383883" y="2050682"/>
          <a:ext cx="393413" cy="91440"/>
        </a:xfrm>
        <a:custGeom>
          <a:avLst/>
          <a:gdLst/>
          <a:ahLst/>
          <a:cxnLst/>
          <a:rect l="0" t="0" r="0" b="0"/>
          <a:pathLst>
            <a:path>
              <a:moveTo>
                <a:pt x="0" y="45720"/>
              </a:moveTo>
              <a:lnTo>
                <a:pt x="393413"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69989" y="2094282"/>
        <a:ext cx="21200" cy="4240"/>
      </dsp:txXfrm>
    </dsp:sp>
    <dsp:sp modelId="{1AE21CCD-F382-436C-9634-019953EA82E9}">
      <dsp:nvSpPr>
        <dsp:cNvPr id="0" name=""/>
        <dsp:cNvSpPr/>
      </dsp:nvSpPr>
      <dsp:spPr>
        <a:xfrm>
          <a:off x="4542145" y="1543341"/>
          <a:ext cx="1843537" cy="1106122"/>
        </a:xfrm>
        <a:prstGeom prst="rect">
          <a:avLst/>
        </a:prstGeom>
        <a:solidFill>
          <a:srgbClr val="00206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335" tIns="94822" rIns="90335" bIns="94822" numCol="1" spcCol="1270" anchor="ctr" anchorCtr="0">
          <a:noAutofit/>
        </a:bodyPr>
        <a:lstStyle/>
        <a:p>
          <a:pPr marL="0" lvl="0" indent="0" algn="ctr" defTabSz="622300">
            <a:lnSpc>
              <a:spcPct val="90000"/>
            </a:lnSpc>
            <a:spcBef>
              <a:spcPct val="0"/>
            </a:spcBef>
            <a:spcAft>
              <a:spcPct val="35000"/>
            </a:spcAft>
            <a:buNone/>
          </a:pPr>
          <a:r>
            <a:rPr lang="en-US" sz="1400" kern="1200" dirty="0"/>
            <a:t>Finalize display hardware </a:t>
          </a:r>
        </a:p>
        <a:p>
          <a:pPr marL="0" lvl="0" indent="0" algn="ctr" defTabSz="622300">
            <a:lnSpc>
              <a:spcPct val="90000"/>
            </a:lnSpc>
            <a:spcBef>
              <a:spcPct val="0"/>
            </a:spcBef>
            <a:spcAft>
              <a:spcPct val="35000"/>
            </a:spcAft>
            <a:buNone/>
          </a:pPr>
          <a:r>
            <a:rPr lang="en-US" sz="1400" b="1" kern="1200" dirty="0"/>
            <a:t>WEEK 5</a:t>
          </a:r>
        </a:p>
      </dsp:txBody>
      <dsp:txXfrm>
        <a:off x="4542145" y="1543341"/>
        <a:ext cx="1843537" cy="1106122"/>
      </dsp:txXfrm>
    </dsp:sp>
    <dsp:sp modelId="{AF5641E8-3449-4129-9CD9-C31B27EB70CB}">
      <dsp:nvSpPr>
        <dsp:cNvPr id="0" name=""/>
        <dsp:cNvSpPr/>
      </dsp:nvSpPr>
      <dsp:spPr>
        <a:xfrm>
          <a:off x="8651434" y="2050682"/>
          <a:ext cx="393413" cy="91440"/>
        </a:xfrm>
        <a:custGeom>
          <a:avLst/>
          <a:gdLst/>
          <a:ahLst/>
          <a:cxnLst/>
          <a:rect l="0" t="0" r="0" b="0"/>
          <a:pathLst>
            <a:path>
              <a:moveTo>
                <a:pt x="0" y="45720"/>
              </a:moveTo>
              <a:lnTo>
                <a:pt x="393413"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837540" y="2094282"/>
        <a:ext cx="21200" cy="4240"/>
      </dsp:txXfrm>
    </dsp:sp>
    <dsp:sp modelId="{ACE5078D-75C1-4335-8271-23D69F0B9E25}">
      <dsp:nvSpPr>
        <dsp:cNvPr id="0" name=""/>
        <dsp:cNvSpPr/>
      </dsp:nvSpPr>
      <dsp:spPr>
        <a:xfrm>
          <a:off x="6809696" y="1543341"/>
          <a:ext cx="1843537" cy="1106122"/>
        </a:xfrm>
        <a:prstGeom prst="rect">
          <a:avLst/>
        </a:prstGeom>
        <a:solidFill>
          <a:srgbClr val="00206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335" tIns="94822" rIns="90335" bIns="94822" numCol="1" spcCol="1270" anchor="ctr" anchorCtr="0">
          <a:noAutofit/>
        </a:bodyPr>
        <a:lstStyle/>
        <a:p>
          <a:pPr marL="0" lvl="0" indent="0" algn="ctr" defTabSz="622300">
            <a:lnSpc>
              <a:spcPct val="90000"/>
            </a:lnSpc>
            <a:spcBef>
              <a:spcPct val="0"/>
            </a:spcBef>
            <a:spcAft>
              <a:spcPct val="35000"/>
            </a:spcAft>
            <a:buNone/>
          </a:pPr>
          <a:r>
            <a:rPr lang="en-US" sz="1400" kern="1200" dirty="0"/>
            <a:t>GPIO button controls</a:t>
          </a:r>
        </a:p>
        <a:p>
          <a:pPr marL="0" lvl="0" indent="0" algn="ctr" defTabSz="622300">
            <a:lnSpc>
              <a:spcPct val="90000"/>
            </a:lnSpc>
            <a:spcBef>
              <a:spcPct val="0"/>
            </a:spcBef>
            <a:spcAft>
              <a:spcPct val="35000"/>
            </a:spcAft>
            <a:buNone/>
          </a:pPr>
          <a:r>
            <a:rPr lang="en-US" sz="1400" b="1" kern="1200" dirty="0"/>
            <a:t>WEEK 5</a:t>
          </a:r>
        </a:p>
      </dsp:txBody>
      <dsp:txXfrm>
        <a:off x="6809696" y="1543341"/>
        <a:ext cx="1843537" cy="1106122"/>
      </dsp:txXfrm>
    </dsp:sp>
    <dsp:sp modelId="{A45B3446-662E-469A-9240-C18B07D9DCBC}">
      <dsp:nvSpPr>
        <dsp:cNvPr id="0" name=""/>
        <dsp:cNvSpPr/>
      </dsp:nvSpPr>
      <dsp:spPr>
        <a:xfrm>
          <a:off x="928812" y="2647663"/>
          <a:ext cx="9070204" cy="393413"/>
        </a:xfrm>
        <a:custGeom>
          <a:avLst/>
          <a:gdLst/>
          <a:ahLst/>
          <a:cxnLst/>
          <a:rect l="0" t="0" r="0" b="0"/>
          <a:pathLst>
            <a:path>
              <a:moveTo>
                <a:pt x="9070204" y="0"/>
              </a:moveTo>
              <a:lnTo>
                <a:pt x="9070204" y="213806"/>
              </a:lnTo>
              <a:lnTo>
                <a:pt x="0" y="213806"/>
              </a:lnTo>
              <a:lnTo>
                <a:pt x="0" y="393413"/>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36911" y="2842250"/>
        <a:ext cx="454005" cy="4240"/>
      </dsp:txXfrm>
    </dsp:sp>
    <dsp:sp modelId="{22FE2575-43AE-4D5B-971D-3144B71975ED}">
      <dsp:nvSpPr>
        <dsp:cNvPr id="0" name=""/>
        <dsp:cNvSpPr/>
      </dsp:nvSpPr>
      <dsp:spPr>
        <a:xfrm>
          <a:off x="9077248" y="1543341"/>
          <a:ext cx="1843537" cy="1106122"/>
        </a:xfrm>
        <a:prstGeom prst="rect">
          <a:avLst/>
        </a:prstGeom>
        <a:solidFill>
          <a:srgbClr val="FFC0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335" tIns="94822" rIns="90335" bIns="94822" numCol="1" spcCol="1270" anchor="ctr" anchorCtr="0">
          <a:noAutofit/>
        </a:bodyPr>
        <a:lstStyle/>
        <a:p>
          <a:pPr marL="0" lvl="0" indent="0" algn="ctr" defTabSz="622300">
            <a:lnSpc>
              <a:spcPct val="90000"/>
            </a:lnSpc>
            <a:spcBef>
              <a:spcPct val="0"/>
            </a:spcBef>
            <a:spcAft>
              <a:spcPct val="35000"/>
            </a:spcAft>
            <a:buNone/>
          </a:pPr>
          <a:r>
            <a:rPr lang="en-US" sz="1400" kern="1200" dirty="0"/>
            <a:t>Real-time feedback</a:t>
          </a:r>
        </a:p>
        <a:p>
          <a:pPr marL="0" lvl="0" indent="0" algn="ctr" defTabSz="622300">
            <a:lnSpc>
              <a:spcPct val="90000"/>
            </a:lnSpc>
            <a:spcBef>
              <a:spcPct val="0"/>
            </a:spcBef>
            <a:spcAft>
              <a:spcPct val="35000"/>
            </a:spcAft>
            <a:buNone/>
          </a:pPr>
          <a:r>
            <a:rPr lang="en-US" sz="1400" b="1" kern="1200" dirty="0"/>
            <a:t>DESIGN 2 </a:t>
          </a:r>
        </a:p>
      </dsp:txBody>
      <dsp:txXfrm>
        <a:off x="9077248" y="1543341"/>
        <a:ext cx="1843537" cy="1106122"/>
      </dsp:txXfrm>
    </dsp:sp>
    <dsp:sp modelId="{AAFAD9B6-6447-4D0B-AB41-606F3CE5D77C}">
      <dsp:nvSpPr>
        <dsp:cNvPr id="0" name=""/>
        <dsp:cNvSpPr/>
      </dsp:nvSpPr>
      <dsp:spPr>
        <a:xfrm>
          <a:off x="1848780" y="3580818"/>
          <a:ext cx="393413" cy="91440"/>
        </a:xfrm>
        <a:custGeom>
          <a:avLst/>
          <a:gdLst/>
          <a:ahLst/>
          <a:cxnLst/>
          <a:rect l="0" t="0" r="0" b="0"/>
          <a:pathLst>
            <a:path>
              <a:moveTo>
                <a:pt x="0" y="45720"/>
              </a:moveTo>
              <a:lnTo>
                <a:pt x="393413"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34887" y="3624418"/>
        <a:ext cx="21200" cy="4240"/>
      </dsp:txXfrm>
    </dsp:sp>
    <dsp:sp modelId="{C4165237-0680-4586-A742-C739C20B2A95}">
      <dsp:nvSpPr>
        <dsp:cNvPr id="0" name=""/>
        <dsp:cNvSpPr/>
      </dsp:nvSpPr>
      <dsp:spPr>
        <a:xfrm>
          <a:off x="7043" y="3073477"/>
          <a:ext cx="1843537" cy="1106122"/>
        </a:xfrm>
        <a:prstGeom prst="rect">
          <a:avLst/>
        </a:prstGeom>
        <a:solidFill>
          <a:srgbClr val="FFC0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335" tIns="94822" rIns="90335" bIns="94822" numCol="1" spcCol="1270" anchor="ctr" anchorCtr="0">
          <a:noAutofit/>
        </a:bodyPr>
        <a:lstStyle/>
        <a:p>
          <a:pPr marL="0" lvl="0" indent="0" algn="ctr" defTabSz="622300">
            <a:lnSpc>
              <a:spcPct val="90000"/>
            </a:lnSpc>
            <a:spcBef>
              <a:spcPct val="0"/>
            </a:spcBef>
            <a:spcAft>
              <a:spcPct val="35000"/>
            </a:spcAft>
            <a:buNone/>
          </a:pPr>
          <a:r>
            <a:rPr lang="en-US" sz="1400" kern="1200" dirty="0"/>
            <a:t>Single Note  Detection</a:t>
          </a:r>
          <a:br>
            <a:rPr lang="en-US" sz="1400" kern="1200" dirty="0"/>
          </a:br>
          <a:r>
            <a:rPr lang="en-US" sz="1400" b="1" kern="1200" dirty="0"/>
            <a:t>DESIGN 2</a:t>
          </a:r>
        </a:p>
      </dsp:txBody>
      <dsp:txXfrm>
        <a:off x="7043" y="3073477"/>
        <a:ext cx="1843537" cy="1106122"/>
      </dsp:txXfrm>
    </dsp:sp>
    <dsp:sp modelId="{76D6C64C-605C-428B-BEFE-2B78420E39AF}">
      <dsp:nvSpPr>
        <dsp:cNvPr id="0" name=""/>
        <dsp:cNvSpPr/>
      </dsp:nvSpPr>
      <dsp:spPr>
        <a:xfrm>
          <a:off x="4116332" y="3580818"/>
          <a:ext cx="393413" cy="91440"/>
        </a:xfrm>
        <a:custGeom>
          <a:avLst/>
          <a:gdLst/>
          <a:ahLst/>
          <a:cxnLst/>
          <a:rect l="0" t="0" r="0" b="0"/>
          <a:pathLst>
            <a:path>
              <a:moveTo>
                <a:pt x="0" y="45720"/>
              </a:moveTo>
              <a:lnTo>
                <a:pt x="393413"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02438" y="3624418"/>
        <a:ext cx="21200" cy="4240"/>
      </dsp:txXfrm>
    </dsp:sp>
    <dsp:sp modelId="{626F7EA5-2ACB-4930-A1D6-28A570BD5021}">
      <dsp:nvSpPr>
        <dsp:cNvPr id="0" name=""/>
        <dsp:cNvSpPr/>
      </dsp:nvSpPr>
      <dsp:spPr>
        <a:xfrm>
          <a:off x="2274594" y="3073477"/>
          <a:ext cx="1843537" cy="1106122"/>
        </a:xfrm>
        <a:prstGeom prst="rect">
          <a:avLst/>
        </a:prstGeom>
        <a:solidFill>
          <a:srgbClr val="FFC0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335" tIns="94822" rIns="90335" bIns="94822" numCol="1" spcCol="1270" anchor="ctr" anchorCtr="0">
          <a:noAutofit/>
        </a:bodyPr>
        <a:lstStyle/>
        <a:p>
          <a:pPr marL="0" lvl="0" indent="0" algn="ctr" defTabSz="622300" rtl="0">
            <a:lnSpc>
              <a:spcPct val="90000"/>
            </a:lnSpc>
            <a:spcBef>
              <a:spcPct val="0"/>
            </a:spcBef>
            <a:spcAft>
              <a:spcPct val="35000"/>
            </a:spcAft>
            <a:buNone/>
          </a:pPr>
          <a:r>
            <a:rPr lang="en-US" sz="1400" kern="1200" dirty="0"/>
            <a:t>Wireless companion </a:t>
          </a:r>
          <a:r>
            <a:rPr lang="en-US" sz="1400" kern="1200" dirty="0">
              <a:latin typeface="Aptos Display" panose="02110004020202020204"/>
            </a:rPr>
            <a:t>app </a:t>
          </a:r>
          <a:r>
            <a:rPr lang="en-US" sz="1400" kern="1200" dirty="0"/>
            <a:t>support</a:t>
          </a:r>
        </a:p>
        <a:p>
          <a:pPr marL="0" lvl="0" indent="0" algn="ctr" defTabSz="622300" rtl="0">
            <a:lnSpc>
              <a:spcPct val="90000"/>
            </a:lnSpc>
            <a:spcBef>
              <a:spcPct val="0"/>
            </a:spcBef>
            <a:spcAft>
              <a:spcPct val="35000"/>
            </a:spcAft>
            <a:buNone/>
          </a:pPr>
          <a:r>
            <a:rPr lang="en-US" sz="1400" b="1" kern="1200" dirty="0"/>
            <a:t>DESIGN 2</a:t>
          </a:r>
        </a:p>
      </dsp:txBody>
      <dsp:txXfrm>
        <a:off x="2274594" y="3073477"/>
        <a:ext cx="1843537" cy="1106122"/>
      </dsp:txXfrm>
    </dsp:sp>
    <dsp:sp modelId="{5C69FFD6-54A6-4827-980A-A7541C0A9B0D}">
      <dsp:nvSpPr>
        <dsp:cNvPr id="0" name=""/>
        <dsp:cNvSpPr/>
      </dsp:nvSpPr>
      <dsp:spPr>
        <a:xfrm>
          <a:off x="6383883" y="3580818"/>
          <a:ext cx="393413" cy="91440"/>
        </a:xfrm>
        <a:custGeom>
          <a:avLst/>
          <a:gdLst/>
          <a:ahLst/>
          <a:cxnLst/>
          <a:rect l="0" t="0" r="0" b="0"/>
          <a:pathLst>
            <a:path>
              <a:moveTo>
                <a:pt x="0" y="45720"/>
              </a:moveTo>
              <a:lnTo>
                <a:pt x="393413"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69989" y="3624418"/>
        <a:ext cx="21200" cy="4240"/>
      </dsp:txXfrm>
    </dsp:sp>
    <dsp:sp modelId="{AB45D691-A6BE-4514-B9EB-2169E02F319E}">
      <dsp:nvSpPr>
        <dsp:cNvPr id="0" name=""/>
        <dsp:cNvSpPr/>
      </dsp:nvSpPr>
      <dsp:spPr>
        <a:xfrm>
          <a:off x="4542145" y="3073477"/>
          <a:ext cx="1843537" cy="1106122"/>
        </a:xfrm>
        <a:prstGeom prst="rect">
          <a:avLst/>
        </a:prstGeom>
        <a:solidFill>
          <a:srgbClr val="FFC0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335" tIns="94822" rIns="90335" bIns="94822" numCol="1" spcCol="1270" anchor="ctr" anchorCtr="0">
          <a:noAutofit/>
        </a:bodyPr>
        <a:lstStyle/>
        <a:p>
          <a:pPr marL="0" lvl="0" indent="0" algn="ctr" defTabSz="622300">
            <a:lnSpc>
              <a:spcPct val="90000"/>
            </a:lnSpc>
            <a:spcBef>
              <a:spcPct val="0"/>
            </a:spcBef>
            <a:spcAft>
              <a:spcPct val="35000"/>
            </a:spcAft>
            <a:buNone/>
          </a:pPr>
          <a:r>
            <a:rPr lang="en-US" sz="1400" kern="1200"/>
            <a:t>Enclosure design</a:t>
          </a:r>
        </a:p>
        <a:p>
          <a:pPr marL="0" lvl="0" indent="0" algn="ctr" defTabSz="622300">
            <a:lnSpc>
              <a:spcPct val="90000"/>
            </a:lnSpc>
            <a:spcBef>
              <a:spcPct val="0"/>
            </a:spcBef>
            <a:spcAft>
              <a:spcPct val="35000"/>
            </a:spcAft>
            <a:buNone/>
          </a:pPr>
          <a:r>
            <a:rPr lang="en-US" sz="1400" b="1" kern="1200"/>
            <a:t>DESIGN 2 </a:t>
          </a:r>
        </a:p>
      </dsp:txBody>
      <dsp:txXfrm>
        <a:off x="4542145" y="3073477"/>
        <a:ext cx="1843537" cy="1106122"/>
      </dsp:txXfrm>
    </dsp:sp>
    <dsp:sp modelId="{93D6DBEA-8D4D-4CDA-9312-62A8EAF34ABB}">
      <dsp:nvSpPr>
        <dsp:cNvPr id="0" name=""/>
        <dsp:cNvSpPr/>
      </dsp:nvSpPr>
      <dsp:spPr>
        <a:xfrm>
          <a:off x="6809696" y="3073477"/>
          <a:ext cx="1843537" cy="1106122"/>
        </a:xfrm>
        <a:prstGeom prst="rect">
          <a:avLst/>
        </a:prstGeom>
        <a:solidFill>
          <a:srgbClr val="FFC0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335" tIns="94822" rIns="90335" bIns="94822" numCol="1" spcCol="1270" anchor="ctr" anchorCtr="0">
          <a:noAutofit/>
        </a:bodyPr>
        <a:lstStyle/>
        <a:p>
          <a:pPr marL="0" lvl="0" indent="0" algn="ctr" defTabSz="622300">
            <a:lnSpc>
              <a:spcPct val="90000"/>
            </a:lnSpc>
            <a:spcBef>
              <a:spcPct val="0"/>
            </a:spcBef>
            <a:spcAft>
              <a:spcPct val="35000"/>
            </a:spcAft>
            <a:buNone/>
          </a:pPr>
          <a:r>
            <a:rPr lang="en-US" sz="1400" kern="1200"/>
            <a:t>System testing</a:t>
          </a:r>
        </a:p>
        <a:p>
          <a:pPr marL="0" lvl="0" indent="0" algn="ctr" defTabSz="622300">
            <a:lnSpc>
              <a:spcPct val="90000"/>
            </a:lnSpc>
            <a:spcBef>
              <a:spcPct val="0"/>
            </a:spcBef>
            <a:spcAft>
              <a:spcPct val="35000"/>
            </a:spcAft>
            <a:buNone/>
          </a:pPr>
          <a:r>
            <a:rPr lang="en-US" sz="1400" b="1" kern="1200"/>
            <a:t>DESIGN 2</a:t>
          </a:r>
        </a:p>
      </dsp:txBody>
      <dsp:txXfrm>
        <a:off x="6809696" y="3073477"/>
        <a:ext cx="1843537" cy="1106122"/>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864577-DDDE-427A-8A8E-3BDFC42C88AA}" type="datetimeFigureOut">
              <a:rPr lang="en-US" smtClean="0"/>
              <a:t>4/14/2026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E1260A-01AD-4AAE-BC32-D46FF8A3AFE1}" type="slidenum">
              <a:rPr lang="en-US" smtClean="0"/>
              <a:t>‹#›</a:t>
            </a:fld>
            <a:endParaRPr lang="en-US"/>
          </a:p>
        </p:txBody>
      </p:sp>
    </p:spTree>
    <p:extLst>
      <p:ext uri="{BB962C8B-B14F-4D97-AF65-F5344CB8AC3E}">
        <p14:creationId xmlns:p14="http://schemas.microsoft.com/office/powerpoint/2010/main" val="2657577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you've ever tried to learn guitar on your own, you know the frustration: you're watching a tutorial, trying to match a chord, and you have no way to tell if what you're playing is actually right. Without an instructor there to listen and correct you, it's easy to build bad habits or just get stuck.</a:t>
            </a:r>
            <a:br>
              <a:rPr lang="en-US">
                <a:cs typeface="+mn-lt"/>
              </a:rPr>
            </a:br>
            <a:br>
              <a:rPr lang="en-US">
                <a:cs typeface="+mn-lt"/>
              </a:rPr>
            </a:br>
            <a:r>
              <a:rPr lang="en-US"/>
              <a:t>Now, there are tools out there that try to help. Apps like Moises and </a:t>
            </a:r>
            <a:r>
              <a:rPr lang="en-US" err="1"/>
              <a:t>Chordify</a:t>
            </a:r>
            <a:r>
              <a:rPr lang="en-US"/>
              <a:t> can analyze a recorded song and give you a chord chart, and platforms like </a:t>
            </a:r>
            <a:r>
              <a:rPr lang="en-US" err="1"/>
              <a:t>Songsterr</a:t>
            </a:r>
            <a:r>
              <a:rPr lang="en-US"/>
              <a:t> have huge libraries of tabs. But most of these require a paid subscription to get accurate results, and more importantly, none of them are giving you feedback on </a:t>
            </a:r>
            <a:r>
              <a:rPr lang="en-US" i="1"/>
              <a:t>your</a:t>
            </a:r>
            <a:r>
              <a:rPr lang="en-US"/>
              <a:t> playing in real time.</a:t>
            </a:r>
            <a:br>
              <a:rPr lang="en-US">
                <a:cs typeface="+mn-lt"/>
              </a:rPr>
            </a:br>
            <a:br>
              <a:rPr lang="en-US">
                <a:cs typeface="+mn-lt"/>
              </a:rPr>
            </a:br>
            <a:r>
              <a:rPr lang="en-US"/>
              <a:t>That's the gap </a:t>
            </a:r>
            <a:r>
              <a:rPr lang="en-US" err="1"/>
              <a:t>ChordSense</a:t>
            </a:r>
            <a:r>
              <a:rPr lang="en-US"/>
              <a:t> fills. Our device listens to your guitar, detects the chords you're playing in real time, and shows you exactly what it hears on a display. No subscription, no delay, just immediate visual feedback so you can practice with confidence."</a:t>
            </a:r>
          </a:p>
        </p:txBody>
      </p:sp>
      <p:sp>
        <p:nvSpPr>
          <p:cNvPr id="4" name="Slide Number Placeholder 3"/>
          <p:cNvSpPr>
            <a:spLocks noGrp="1"/>
          </p:cNvSpPr>
          <p:nvPr>
            <p:ph type="sldNum" sz="quarter" idx="5"/>
          </p:nvPr>
        </p:nvSpPr>
        <p:spPr/>
        <p:txBody>
          <a:bodyPr/>
          <a:lstStyle/>
          <a:p>
            <a:fld id="{BFE1260A-01AD-4AAE-BC32-D46FF8A3AFE1}" type="slidenum">
              <a:rPr lang="en-US" smtClean="0"/>
              <a:t>2</a:t>
            </a:fld>
            <a:endParaRPr lang="en-US"/>
          </a:p>
        </p:txBody>
      </p:sp>
    </p:spTree>
    <p:extLst>
      <p:ext uri="{BB962C8B-B14F-4D97-AF65-F5344CB8AC3E}">
        <p14:creationId xmlns:p14="http://schemas.microsoft.com/office/powerpoint/2010/main" val="998642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FE1260A-01AD-4AAE-BC32-D46FF8A3AFE1}" type="slidenum">
              <a:rPr lang="en-US" smtClean="0"/>
              <a:t>5</a:t>
            </a:fld>
            <a:endParaRPr lang="en-US"/>
          </a:p>
        </p:txBody>
      </p:sp>
    </p:spTree>
    <p:extLst>
      <p:ext uri="{BB962C8B-B14F-4D97-AF65-F5344CB8AC3E}">
        <p14:creationId xmlns:p14="http://schemas.microsoft.com/office/powerpoint/2010/main" val="3151526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4B346-C223-8BEE-03A7-5E8A2B2269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0BC7F7-02F4-9753-1A78-39E65140C3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D54EBD-A687-17A9-CA1E-63341915F804}"/>
              </a:ext>
            </a:extLst>
          </p:cNvPr>
          <p:cNvSpPr>
            <a:spLocks noGrp="1"/>
          </p:cNvSpPr>
          <p:nvPr>
            <p:ph type="dt" sz="half" idx="10"/>
          </p:nvPr>
        </p:nvSpPr>
        <p:spPr/>
        <p:txBody>
          <a:bodyPr/>
          <a:lstStyle/>
          <a:p>
            <a:fld id="{CEACCBF6-9C82-4501-863F-61273F4A65B6}" type="datetimeFigureOut">
              <a:rPr lang="en-US" smtClean="0"/>
              <a:t>4/14/2026</a:t>
            </a:fld>
            <a:endParaRPr lang="en-US"/>
          </a:p>
        </p:txBody>
      </p:sp>
      <p:sp>
        <p:nvSpPr>
          <p:cNvPr id="5" name="Footer Placeholder 4">
            <a:extLst>
              <a:ext uri="{FF2B5EF4-FFF2-40B4-BE49-F238E27FC236}">
                <a16:creationId xmlns:a16="http://schemas.microsoft.com/office/drawing/2014/main" id="{3CD70343-1B95-280F-A1F3-658D659C52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A317B3-0254-D0C7-D404-2710F2C0674B}"/>
              </a:ext>
            </a:extLst>
          </p:cNvPr>
          <p:cNvSpPr>
            <a:spLocks noGrp="1"/>
          </p:cNvSpPr>
          <p:nvPr>
            <p:ph type="sldNum" sz="quarter" idx="12"/>
          </p:nvPr>
        </p:nvSpPr>
        <p:spPr/>
        <p:txBody>
          <a:bodyPr/>
          <a:lstStyle/>
          <a:p>
            <a:fld id="{EEF21A81-124B-4CD9-964A-C9860C2A73A9}" type="slidenum">
              <a:rPr lang="en-US" smtClean="0"/>
              <a:t>‹#›</a:t>
            </a:fld>
            <a:endParaRPr lang="en-US"/>
          </a:p>
        </p:txBody>
      </p:sp>
    </p:spTree>
    <p:extLst>
      <p:ext uri="{BB962C8B-B14F-4D97-AF65-F5344CB8AC3E}">
        <p14:creationId xmlns:p14="http://schemas.microsoft.com/office/powerpoint/2010/main" val="467148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E9AD0-6336-5F43-A68C-682CB45A09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304F85-AE52-0677-7116-EC4A3D0F49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EF7B4D-81DB-0BA6-9596-9B5BBB2F019E}"/>
              </a:ext>
            </a:extLst>
          </p:cNvPr>
          <p:cNvSpPr>
            <a:spLocks noGrp="1"/>
          </p:cNvSpPr>
          <p:nvPr>
            <p:ph type="dt" sz="half" idx="10"/>
          </p:nvPr>
        </p:nvSpPr>
        <p:spPr/>
        <p:txBody>
          <a:bodyPr/>
          <a:lstStyle/>
          <a:p>
            <a:fld id="{CEACCBF6-9C82-4501-863F-61273F4A65B6}" type="datetimeFigureOut">
              <a:rPr lang="en-US" smtClean="0"/>
              <a:t>4/14/2026</a:t>
            </a:fld>
            <a:endParaRPr lang="en-US"/>
          </a:p>
        </p:txBody>
      </p:sp>
      <p:sp>
        <p:nvSpPr>
          <p:cNvPr id="5" name="Footer Placeholder 4">
            <a:extLst>
              <a:ext uri="{FF2B5EF4-FFF2-40B4-BE49-F238E27FC236}">
                <a16:creationId xmlns:a16="http://schemas.microsoft.com/office/drawing/2014/main" id="{580C20FC-6FB1-39C6-A25B-4539259B75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3491E2-5EA0-97A0-8C82-ACF02DF78C6A}"/>
              </a:ext>
            </a:extLst>
          </p:cNvPr>
          <p:cNvSpPr>
            <a:spLocks noGrp="1"/>
          </p:cNvSpPr>
          <p:nvPr>
            <p:ph type="sldNum" sz="quarter" idx="12"/>
          </p:nvPr>
        </p:nvSpPr>
        <p:spPr/>
        <p:txBody>
          <a:bodyPr/>
          <a:lstStyle/>
          <a:p>
            <a:fld id="{EEF21A81-124B-4CD9-964A-C9860C2A73A9}" type="slidenum">
              <a:rPr lang="en-US" smtClean="0"/>
              <a:t>‹#›</a:t>
            </a:fld>
            <a:endParaRPr lang="en-US"/>
          </a:p>
        </p:txBody>
      </p:sp>
    </p:spTree>
    <p:extLst>
      <p:ext uri="{BB962C8B-B14F-4D97-AF65-F5344CB8AC3E}">
        <p14:creationId xmlns:p14="http://schemas.microsoft.com/office/powerpoint/2010/main" val="3054901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DC509-6A29-B265-BE46-0C9608AEEE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F56B485-146C-1589-7231-C3BF48C7D9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63ECF6-71DB-3538-6757-819DF47A8EAC}"/>
              </a:ext>
            </a:extLst>
          </p:cNvPr>
          <p:cNvSpPr>
            <a:spLocks noGrp="1"/>
          </p:cNvSpPr>
          <p:nvPr>
            <p:ph type="dt" sz="half" idx="10"/>
          </p:nvPr>
        </p:nvSpPr>
        <p:spPr/>
        <p:txBody>
          <a:bodyPr/>
          <a:lstStyle/>
          <a:p>
            <a:fld id="{CEACCBF6-9C82-4501-863F-61273F4A65B6}" type="datetimeFigureOut">
              <a:rPr lang="en-US" smtClean="0"/>
              <a:t>4/14/2026</a:t>
            </a:fld>
            <a:endParaRPr lang="en-US"/>
          </a:p>
        </p:txBody>
      </p:sp>
      <p:sp>
        <p:nvSpPr>
          <p:cNvPr id="5" name="Footer Placeholder 4">
            <a:extLst>
              <a:ext uri="{FF2B5EF4-FFF2-40B4-BE49-F238E27FC236}">
                <a16:creationId xmlns:a16="http://schemas.microsoft.com/office/drawing/2014/main" id="{9B6BFD91-40A3-0A3C-D467-C8418577A2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213CA2-34A9-B55A-5032-AB6740DA8B5A}"/>
              </a:ext>
            </a:extLst>
          </p:cNvPr>
          <p:cNvSpPr>
            <a:spLocks noGrp="1"/>
          </p:cNvSpPr>
          <p:nvPr>
            <p:ph type="sldNum" sz="quarter" idx="12"/>
          </p:nvPr>
        </p:nvSpPr>
        <p:spPr/>
        <p:txBody>
          <a:bodyPr/>
          <a:lstStyle/>
          <a:p>
            <a:fld id="{EEF21A81-124B-4CD9-964A-C9860C2A73A9}" type="slidenum">
              <a:rPr lang="en-US" smtClean="0"/>
              <a:t>‹#›</a:t>
            </a:fld>
            <a:endParaRPr lang="en-US"/>
          </a:p>
        </p:txBody>
      </p:sp>
    </p:spTree>
    <p:extLst>
      <p:ext uri="{BB962C8B-B14F-4D97-AF65-F5344CB8AC3E}">
        <p14:creationId xmlns:p14="http://schemas.microsoft.com/office/powerpoint/2010/main" val="3133196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798F8-FF60-7904-8D70-5DC83D98D6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AAC4D0-4FE6-6877-4C84-F450E8BF4F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9DECAF-B6D0-61D2-5058-D307910698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BA08D5-A8F5-E6FF-B2DB-E26FB702E8B8}"/>
              </a:ext>
            </a:extLst>
          </p:cNvPr>
          <p:cNvSpPr>
            <a:spLocks noGrp="1"/>
          </p:cNvSpPr>
          <p:nvPr>
            <p:ph type="dt" sz="half" idx="10"/>
          </p:nvPr>
        </p:nvSpPr>
        <p:spPr/>
        <p:txBody>
          <a:bodyPr/>
          <a:lstStyle/>
          <a:p>
            <a:fld id="{CEACCBF6-9C82-4501-863F-61273F4A65B6}" type="datetimeFigureOut">
              <a:rPr lang="en-US" smtClean="0"/>
              <a:t>4/14/2026</a:t>
            </a:fld>
            <a:endParaRPr lang="en-US"/>
          </a:p>
        </p:txBody>
      </p:sp>
      <p:sp>
        <p:nvSpPr>
          <p:cNvPr id="6" name="Footer Placeholder 5">
            <a:extLst>
              <a:ext uri="{FF2B5EF4-FFF2-40B4-BE49-F238E27FC236}">
                <a16:creationId xmlns:a16="http://schemas.microsoft.com/office/drawing/2014/main" id="{1A2E8E1B-5E3B-BA57-A347-7C2E05D50C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56D854-1693-12C4-D891-F7996C3DC6F5}"/>
              </a:ext>
            </a:extLst>
          </p:cNvPr>
          <p:cNvSpPr>
            <a:spLocks noGrp="1"/>
          </p:cNvSpPr>
          <p:nvPr>
            <p:ph type="sldNum" sz="quarter" idx="12"/>
          </p:nvPr>
        </p:nvSpPr>
        <p:spPr/>
        <p:txBody>
          <a:bodyPr/>
          <a:lstStyle/>
          <a:p>
            <a:fld id="{EEF21A81-124B-4CD9-964A-C9860C2A73A9}" type="slidenum">
              <a:rPr lang="en-US" smtClean="0"/>
              <a:t>‹#›</a:t>
            </a:fld>
            <a:endParaRPr lang="en-US"/>
          </a:p>
        </p:txBody>
      </p:sp>
    </p:spTree>
    <p:extLst>
      <p:ext uri="{BB962C8B-B14F-4D97-AF65-F5344CB8AC3E}">
        <p14:creationId xmlns:p14="http://schemas.microsoft.com/office/powerpoint/2010/main" val="2092403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E0766-54C5-57AB-69D1-F861D4B420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9871D2A-AD00-C534-28D7-AC04E7D29C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B0D4C0-8F15-7BE7-F589-AE2B0E47AC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D3121D-9861-0364-79BA-4656FF5488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48B6FA-837C-FD66-22AE-DA96ACFA00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52B054-9D8B-E92D-7E1E-30DF9FAE0D53}"/>
              </a:ext>
            </a:extLst>
          </p:cNvPr>
          <p:cNvSpPr>
            <a:spLocks noGrp="1"/>
          </p:cNvSpPr>
          <p:nvPr>
            <p:ph type="dt" sz="half" idx="10"/>
          </p:nvPr>
        </p:nvSpPr>
        <p:spPr/>
        <p:txBody>
          <a:bodyPr/>
          <a:lstStyle/>
          <a:p>
            <a:fld id="{CEACCBF6-9C82-4501-863F-61273F4A65B6}" type="datetimeFigureOut">
              <a:rPr lang="en-US" smtClean="0"/>
              <a:t>4/14/2026</a:t>
            </a:fld>
            <a:endParaRPr lang="en-US"/>
          </a:p>
        </p:txBody>
      </p:sp>
      <p:sp>
        <p:nvSpPr>
          <p:cNvPr id="8" name="Footer Placeholder 7">
            <a:extLst>
              <a:ext uri="{FF2B5EF4-FFF2-40B4-BE49-F238E27FC236}">
                <a16:creationId xmlns:a16="http://schemas.microsoft.com/office/drawing/2014/main" id="{2B73E722-B4C2-CA04-FBEF-951BB0D945A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B4AE887-8170-F2C0-384C-FAEEBF6237C8}"/>
              </a:ext>
            </a:extLst>
          </p:cNvPr>
          <p:cNvSpPr>
            <a:spLocks noGrp="1"/>
          </p:cNvSpPr>
          <p:nvPr>
            <p:ph type="sldNum" sz="quarter" idx="12"/>
          </p:nvPr>
        </p:nvSpPr>
        <p:spPr/>
        <p:txBody>
          <a:bodyPr/>
          <a:lstStyle/>
          <a:p>
            <a:fld id="{EEF21A81-124B-4CD9-964A-C9860C2A73A9}" type="slidenum">
              <a:rPr lang="en-US" smtClean="0"/>
              <a:t>‹#›</a:t>
            </a:fld>
            <a:endParaRPr lang="en-US"/>
          </a:p>
        </p:txBody>
      </p:sp>
    </p:spTree>
    <p:extLst>
      <p:ext uri="{BB962C8B-B14F-4D97-AF65-F5344CB8AC3E}">
        <p14:creationId xmlns:p14="http://schemas.microsoft.com/office/powerpoint/2010/main" val="3779727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D89EB-3A49-313C-E56E-DE839B261B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A1F3D8-24D5-D917-EE73-EDE38597B050}"/>
              </a:ext>
            </a:extLst>
          </p:cNvPr>
          <p:cNvSpPr>
            <a:spLocks noGrp="1"/>
          </p:cNvSpPr>
          <p:nvPr>
            <p:ph type="dt" sz="half" idx="10"/>
          </p:nvPr>
        </p:nvSpPr>
        <p:spPr/>
        <p:txBody>
          <a:bodyPr/>
          <a:lstStyle/>
          <a:p>
            <a:fld id="{CEACCBF6-9C82-4501-863F-61273F4A65B6}" type="datetimeFigureOut">
              <a:rPr lang="en-US" smtClean="0"/>
              <a:t>4/14/2026</a:t>
            </a:fld>
            <a:endParaRPr lang="en-US"/>
          </a:p>
        </p:txBody>
      </p:sp>
      <p:sp>
        <p:nvSpPr>
          <p:cNvPr id="4" name="Footer Placeholder 3">
            <a:extLst>
              <a:ext uri="{FF2B5EF4-FFF2-40B4-BE49-F238E27FC236}">
                <a16:creationId xmlns:a16="http://schemas.microsoft.com/office/drawing/2014/main" id="{F3A584CB-8ABD-CE33-030C-5C6CAE46DB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3420D0-2722-353B-D629-A8331A1FF2A4}"/>
              </a:ext>
            </a:extLst>
          </p:cNvPr>
          <p:cNvSpPr>
            <a:spLocks noGrp="1"/>
          </p:cNvSpPr>
          <p:nvPr>
            <p:ph type="sldNum" sz="quarter" idx="12"/>
          </p:nvPr>
        </p:nvSpPr>
        <p:spPr/>
        <p:txBody>
          <a:bodyPr/>
          <a:lstStyle/>
          <a:p>
            <a:fld id="{EEF21A81-124B-4CD9-964A-C9860C2A73A9}" type="slidenum">
              <a:rPr lang="en-US" smtClean="0"/>
              <a:t>‹#›</a:t>
            </a:fld>
            <a:endParaRPr lang="en-US"/>
          </a:p>
        </p:txBody>
      </p:sp>
    </p:spTree>
    <p:extLst>
      <p:ext uri="{BB962C8B-B14F-4D97-AF65-F5344CB8AC3E}">
        <p14:creationId xmlns:p14="http://schemas.microsoft.com/office/powerpoint/2010/main" val="306830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0F5C56-91F0-B266-AC50-484D3BAB1CB6}"/>
              </a:ext>
            </a:extLst>
          </p:cNvPr>
          <p:cNvSpPr>
            <a:spLocks noGrp="1"/>
          </p:cNvSpPr>
          <p:nvPr>
            <p:ph type="dt" sz="half" idx="10"/>
          </p:nvPr>
        </p:nvSpPr>
        <p:spPr/>
        <p:txBody>
          <a:bodyPr/>
          <a:lstStyle/>
          <a:p>
            <a:fld id="{CEACCBF6-9C82-4501-863F-61273F4A65B6}" type="datetimeFigureOut">
              <a:rPr lang="en-US" smtClean="0"/>
              <a:t>4/14/2026</a:t>
            </a:fld>
            <a:endParaRPr lang="en-US"/>
          </a:p>
        </p:txBody>
      </p:sp>
      <p:sp>
        <p:nvSpPr>
          <p:cNvPr id="3" name="Footer Placeholder 2">
            <a:extLst>
              <a:ext uri="{FF2B5EF4-FFF2-40B4-BE49-F238E27FC236}">
                <a16:creationId xmlns:a16="http://schemas.microsoft.com/office/drawing/2014/main" id="{8D2DC399-63E2-01DC-51A5-49C0ADA504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AF79DA-B53D-0E68-5D12-91402660B504}"/>
              </a:ext>
            </a:extLst>
          </p:cNvPr>
          <p:cNvSpPr>
            <a:spLocks noGrp="1"/>
          </p:cNvSpPr>
          <p:nvPr>
            <p:ph type="sldNum" sz="quarter" idx="12"/>
          </p:nvPr>
        </p:nvSpPr>
        <p:spPr/>
        <p:txBody>
          <a:bodyPr/>
          <a:lstStyle/>
          <a:p>
            <a:fld id="{EEF21A81-124B-4CD9-964A-C9860C2A73A9}" type="slidenum">
              <a:rPr lang="en-US" smtClean="0"/>
              <a:t>‹#›</a:t>
            </a:fld>
            <a:endParaRPr lang="en-US"/>
          </a:p>
        </p:txBody>
      </p:sp>
    </p:spTree>
    <p:extLst>
      <p:ext uri="{BB962C8B-B14F-4D97-AF65-F5344CB8AC3E}">
        <p14:creationId xmlns:p14="http://schemas.microsoft.com/office/powerpoint/2010/main" val="1335308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3DB66-27A9-FC8C-9D5F-C4CC3E1B36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F7C8F6-30C0-C64B-1844-F9150ABFAB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FADE1E-134F-09F0-0327-93060CF449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303DD8-64C1-DCD4-2104-395C94AF0638}"/>
              </a:ext>
            </a:extLst>
          </p:cNvPr>
          <p:cNvSpPr>
            <a:spLocks noGrp="1"/>
          </p:cNvSpPr>
          <p:nvPr>
            <p:ph type="dt" sz="half" idx="10"/>
          </p:nvPr>
        </p:nvSpPr>
        <p:spPr/>
        <p:txBody>
          <a:bodyPr/>
          <a:lstStyle/>
          <a:p>
            <a:fld id="{CEACCBF6-9C82-4501-863F-61273F4A65B6}" type="datetimeFigureOut">
              <a:rPr lang="en-US" smtClean="0"/>
              <a:t>4/14/2026</a:t>
            </a:fld>
            <a:endParaRPr lang="en-US"/>
          </a:p>
        </p:txBody>
      </p:sp>
      <p:sp>
        <p:nvSpPr>
          <p:cNvPr id="6" name="Footer Placeholder 5">
            <a:extLst>
              <a:ext uri="{FF2B5EF4-FFF2-40B4-BE49-F238E27FC236}">
                <a16:creationId xmlns:a16="http://schemas.microsoft.com/office/drawing/2014/main" id="{40ACD058-67E5-EEB3-5477-8A13853DD4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97E2EE-CCEB-8440-6080-BD7DD9257BD4}"/>
              </a:ext>
            </a:extLst>
          </p:cNvPr>
          <p:cNvSpPr>
            <a:spLocks noGrp="1"/>
          </p:cNvSpPr>
          <p:nvPr>
            <p:ph type="sldNum" sz="quarter" idx="12"/>
          </p:nvPr>
        </p:nvSpPr>
        <p:spPr/>
        <p:txBody>
          <a:bodyPr/>
          <a:lstStyle/>
          <a:p>
            <a:fld id="{EEF21A81-124B-4CD9-964A-C9860C2A73A9}" type="slidenum">
              <a:rPr lang="en-US" smtClean="0"/>
              <a:t>‹#›</a:t>
            </a:fld>
            <a:endParaRPr lang="en-US"/>
          </a:p>
        </p:txBody>
      </p:sp>
    </p:spTree>
    <p:extLst>
      <p:ext uri="{BB962C8B-B14F-4D97-AF65-F5344CB8AC3E}">
        <p14:creationId xmlns:p14="http://schemas.microsoft.com/office/powerpoint/2010/main" val="1987209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F1272-34A6-29D5-63BC-59F4AAFEE6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C48DD8A-2A19-203D-E5A1-581A2ECE6A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759315F-4AFF-2A96-BF46-7DE96B8C90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B99A71-3354-DCF2-241E-4FB85633AD06}"/>
              </a:ext>
            </a:extLst>
          </p:cNvPr>
          <p:cNvSpPr>
            <a:spLocks noGrp="1"/>
          </p:cNvSpPr>
          <p:nvPr>
            <p:ph type="dt" sz="half" idx="10"/>
          </p:nvPr>
        </p:nvSpPr>
        <p:spPr/>
        <p:txBody>
          <a:bodyPr/>
          <a:lstStyle/>
          <a:p>
            <a:fld id="{CEACCBF6-9C82-4501-863F-61273F4A65B6}" type="datetimeFigureOut">
              <a:rPr lang="en-US" smtClean="0"/>
              <a:t>4/14/2026</a:t>
            </a:fld>
            <a:endParaRPr lang="en-US"/>
          </a:p>
        </p:txBody>
      </p:sp>
      <p:sp>
        <p:nvSpPr>
          <p:cNvPr id="6" name="Footer Placeholder 5">
            <a:extLst>
              <a:ext uri="{FF2B5EF4-FFF2-40B4-BE49-F238E27FC236}">
                <a16:creationId xmlns:a16="http://schemas.microsoft.com/office/drawing/2014/main" id="{1A46D0FF-0161-308D-13EB-9D6AACB03F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E81BB3-5274-5B31-4E7A-A612BC442BB0}"/>
              </a:ext>
            </a:extLst>
          </p:cNvPr>
          <p:cNvSpPr>
            <a:spLocks noGrp="1"/>
          </p:cNvSpPr>
          <p:nvPr>
            <p:ph type="sldNum" sz="quarter" idx="12"/>
          </p:nvPr>
        </p:nvSpPr>
        <p:spPr/>
        <p:txBody>
          <a:bodyPr/>
          <a:lstStyle/>
          <a:p>
            <a:fld id="{EEF21A81-124B-4CD9-964A-C9860C2A73A9}" type="slidenum">
              <a:rPr lang="en-US" smtClean="0"/>
              <a:t>‹#›</a:t>
            </a:fld>
            <a:endParaRPr lang="en-US"/>
          </a:p>
        </p:txBody>
      </p:sp>
    </p:spTree>
    <p:extLst>
      <p:ext uri="{BB962C8B-B14F-4D97-AF65-F5344CB8AC3E}">
        <p14:creationId xmlns:p14="http://schemas.microsoft.com/office/powerpoint/2010/main" val="2605882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E7A39-55D4-0B99-E171-0C139E9E62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64E449-389E-6D82-E567-7B3A18B4BF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7AF3D3-59D9-4D35-E052-D9FA2CFD06D4}"/>
              </a:ext>
            </a:extLst>
          </p:cNvPr>
          <p:cNvSpPr>
            <a:spLocks noGrp="1"/>
          </p:cNvSpPr>
          <p:nvPr>
            <p:ph type="dt" sz="half" idx="10"/>
          </p:nvPr>
        </p:nvSpPr>
        <p:spPr/>
        <p:txBody>
          <a:bodyPr/>
          <a:lstStyle/>
          <a:p>
            <a:fld id="{CEACCBF6-9C82-4501-863F-61273F4A65B6}" type="datetimeFigureOut">
              <a:rPr lang="en-US" smtClean="0"/>
              <a:t>4/14/2026</a:t>
            </a:fld>
            <a:endParaRPr lang="en-US"/>
          </a:p>
        </p:txBody>
      </p:sp>
      <p:sp>
        <p:nvSpPr>
          <p:cNvPr id="5" name="Footer Placeholder 4">
            <a:extLst>
              <a:ext uri="{FF2B5EF4-FFF2-40B4-BE49-F238E27FC236}">
                <a16:creationId xmlns:a16="http://schemas.microsoft.com/office/drawing/2014/main" id="{79274DE5-398B-27EB-B942-16C08EB5D1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19B4B8-2812-31E5-44DF-A449D350CB21}"/>
              </a:ext>
            </a:extLst>
          </p:cNvPr>
          <p:cNvSpPr>
            <a:spLocks noGrp="1"/>
          </p:cNvSpPr>
          <p:nvPr>
            <p:ph type="sldNum" sz="quarter" idx="12"/>
          </p:nvPr>
        </p:nvSpPr>
        <p:spPr/>
        <p:txBody>
          <a:bodyPr/>
          <a:lstStyle/>
          <a:p>
            <a:fld id="{EEF21A81-124B-4CD9-964A-C9860C2A73A9}" type="slidenum">
              <a:rPr lang="en-US" smtClean="0"/>
              <a:t>‹#›</a:t>
            </a:fld>
            <a:endParaRPr lang="en-US"/>
          </a:p>
        </p:txBody>
      </p:sp>
    </p:spTree>
    <p:extLst>
      <p:ext uri="{BB962C8B-B14F-4D97-AF65-F5344CB8AC3E}">
        <p14:creationId xmlns:p14="http://schemas.microsoft.com/office/powerpoint/2010/main" val="3265455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E0BABD-8484-9EE2-32A1-34BDA8ABCE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51E9990-A9F4-8CC3-8C30-DAAF612B5B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5E474F-9444-297E-1B52-C991A268EAF1}"/>
              </a:ext>
            </a:extLst>
          </p:cNvPr>
          <p:cNvSpPr>
            <a:spLocks noGrp="1"/>
          </p:cNvSpPr>
          <p:nvPr>
            <p:ph type="dt" sz="half" idx="10"/>
          </p:nvPr>
        </p:nvSpPr>
        <p:spPr/>
        <p:txBody>
          <a:bodyPr/>
          <a:lstStyle/>
          <a:p>
            <a:fld id="{CEACCBF6-9C82-4501-863F-61273F4A65B6}" type="datetimeFigureOut">
              <a:rPr lang="en-US" smtClean="0"/>
              <a:t>4/14/2026</a:t>
            </a:fld>
            <a:endParaRPr lang="en-US"/>
          </a:p>
        </p:txBody>
      </p:sp>
      <p:sp>
        <p:nvSpPr>
          <p:cNvPr id="5" name="Footer Placeholder 4">
            <a:extLst>
              <a:ext uri="{FF2B5EF4-FFF2-40B4-BE49-F238E27FC236}">
                <a16:creationId xmlns:a16="http://schemas.microsoft.com/office/drawing/2014/main" id="{B166D0EE-19CA-0D45-2879-FA77963336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3569B1-D2EA-39B2-A588-3148A731452F}"/>
              </a:ext>
            </a:extLst>
          </p:cNvPr>
          <p:cNvSpPr>
            <a:spLocks noGrp="1"/>
          </p:cNvSpPr>
          <p:nvPr>
            <p:ph type="sldNum" sz="quarter" idx="12"/>
          </p:nvPr>
        </p:nvSpPr>
        <p:spPr/>
        <p:txBody>
          <a:bodyPr/>
          <a:lstStyle/>
          <a:p>
            <a:fld id="{EEF21A81-124B-4CD9-964A-C9860C2A73A9}" type="slidenum">
              <a:rPr lang="en-US" smtClean="0"/>
              <a:t>‹#›</a:t>
            </a:fld>
            <a:endParaRPr lang="en-US"/>
          </a:p>
        </p:txBody>
      </p:sp>
    </p:spTree>
    <p:extLst>
      <p:ext uri="{BB962C8B-B14F-4D97-AF65-F5344CB8AC3E}">
        <p14:creationId xmlns:p14="http://schemas.microsoft.com/office/powerpoint/2010/main" val="3507988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153888-E855-C741-9123-519097D077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F7DEDE-3F2C-7A3E-E89E-81BDD3C327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93DEA-4606-440A-9433-84A201DE99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ACCBF6-9C82-4501-863F-61273F4A65B6}" type="datetimeFigureOut">
              <a:rPr lang="en-US" smtClean="0"/>
              <a:t>4/14/2026</a:t>
            </a:fld>
            <a:endParaRPr lang="en-US"/>
          </a:p>
        </p:txBody>
      </p:sp>
      <p:sp>
        <p:nvSpPr>
          <p:cNvPr id="5" name="Footer Placeholder 4">
            <a:extLst>
              <a:ext uri="{FF2B5EF4-FFF2-40B4-BE49-F238E27FC236}">
                <a16:creationId xmlns:a16="http://schemas.microsoft.com/office/drawing/2014/main" id="{787A2CF7-BD90-57BB-43EE-96912D788F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B1604D-CA45-64B2-3B82-29E95E7C8A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F21A81-124B-4CD9-964A-C9860C2A73A9}" type="slidenum">
              <a:rPr lang="en-US" smtClean="0"/>
              <a:t>‹#›</a:t>
            </a:fld>
            <a:endParaRPr lang="en-US"/>
          </a:p>
        </p:txBody>
      </p:sp>
    </p:spTree>
    <p:extLst>
      <p:ext uri="{BB962C8B-B14F-4D97-AF65-F5344CB8AC3E}">
        <p14:creationId xmlns:p14="http://schemas.microsoft.com/office/powerpoint/2010/main" val="2026611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4" name="Rectangle 2053">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HD Guitar Music Wallpaper | 1920x1200 | Wallpaper Abyss">
            <a:extLst>
              <a:ext uri="{FF2B5EF4-FFF2-40B4-BE49-F238E27FC236}">
                <a16:creationId xmlns:a16="http://schemas.microsoft.com/office/drawing/2014/main" id="{76D257C5-50AD-E2FA-9038-CC42CDD5FAC9}"/>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r="-1" b="9977"/>
          <a:stretch>
            <a:fillRect/>
          </a:stretch>
        </p:blipFill>
        <p:spPr bwMode="auto">
          <a:xfrm>
            <a:off x="20" y="10"/>
            <a:ext cx="12188931"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1644A3C-33F9-48FC-3054-9C460606BAD4}"/>
              </a:ext>
            </a:extLst>
          </p:cNvPr>
          <p:cNvSpPr>
            <a:spLocks noGrp="1"/>
          </p:cNvSpPr>
          <p:nvPr>
            <p:ph type="ctrTitle"/>
          </p:nvPr>
        </p:nvSpPr>
        <p:spPr>
          <a:xfrm>
            <a:off x="1527048" y="1124712"/>
            <a:ext cx="9144000" cy="3063240"/>
          </a:xfrm>
        </p:spPr>
        <p:txBody>
          <a:bodyPr>
            <a:normAutofit/>
          </a:bodyPr>
          <a:lstStyle/>
          <a:p>
            <a:r>
              <a:rPr lang="en-US" sz="6600">
                <a:solidFill>
                  <a:schemeClr val="bg1"/>
                </a:solidFill>
              </a:rPr>
              <a:t>ChordSense</a:t>
            </a:r>
          </a:p>
        </p:txBody>
      </p:sp>
      <p:sp>
        <p:nvSpPr>
          <p:cNvPr id="2059"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sX0" fmla="*/ 0 w 10515600"/>
              <a:gd name="csY0" fmla="*/ 0 h 5416094"/>
              <a:gd name="csX1" fmla="*/ 552069 w 10515600"/>
              <a:gd name="csY1" fmla="*/ 0 h 5416094"/>
              <a:gd name="csX2" fmla="*/ 893826 w 10515600"/>
              <a:gd name="csY2" fmla="*/ 0 h 5416094"/>
              <a:gd name="csX3" fmla="*/ 1761363 w 10515600"/>
              <a:gd name="csY3" fmla="*/ 0 h 5416094"/>
              <a:gd name="csX4" fmla="*/ 2313432 w 10515600"/>
              <a:gd name="csY4" fmla="*/ 0 h 5416094"/>
              <a:gd name="csX5" fmla="*/ 2865501 w 10515600"/>
              <a:gd name="csY5" fmla="*/ 0 h 5416094"/>
              <a:gd name="csX6" fmla="*/ 3733038 w 10515600"/>
              <a:gd name="csY6" fmla="*/ 0 h 5416094"/>
              <a:gd name="csX7" fmla="*/ 4179951 w 10515600"/>
              <a:gd name="csY7" fmla="*/ 0 h 5416094"/>
              <a:gd name="csX8" fmla="*/ 5047488 w 10515600"/>
              <a:gd name="csY8" fmla="*/ 0 h 5416094"/>
              <a:gd name="csX9" fmla="*/ 5915025 w 10515600"/>
              <a:gd name="csY9" fmla="*/ 0 h 5416094"/>
              <a:gd name="csX10" fmla="*/ 6572250 w 10515600"/>
              <a:gd name="csY10" fmla="*/ 0 h 5416094"/>
              <a:gd name="csX11" fmla="*/ 7439787 w 10515600"/>
              <a:gd name="csY11" fmla="*/ 0 h 5416094"/>
              <a:gd name="csX12" fmla="*/ 7991856 w 10515600"/>
              <a:gd name="csY12" fmla="*/ 0 h 5416094"/>
              <a:gd name="csX13" fmla="*/ 8543925 w 10515600"/>
              <a:gd name="csY13" fmla="*/ 0 h 5416094"/>
              <a:gd name="csX14" fmla="*/ 9306306 w 10515600"/>
              <a:gd name="csY14" fmla="*/ 0 h 5416094"/>
              <a:gd name="csX15" fmla="*/ 9858375 w 10515600"/>
              <a:gd name="csY15" fmla="*/ 0 h 5416094"/>
              <a:gd name="csX16" fmla="*/ 10515600 w 10515600"/>
              <a:gd name="csY16" fmla="*/ 0 h 5416094"/>
              <a:gd name="csX17" fmla="*/ 10515600 w 10515600"/>
              <a:gd name="csY17" fmla="*/ 785334 h 5416094"/>
              <a:gd name="csX18" fmla="*/ 10515600 w 10515600"/>
              <a:gd name="csY18" fmla="*/ 1516506 h 5416094"/>
              <a:gd name="csX19" fmla="*/ 10515600 w 10515600"/>
              <a:gd name="csY19" fmla="*/ 2247679 h 5416094"/>
              <a:gd name="csX20" fmla="*/ 10515600 w 10515600"/>
              <a:gd name="csY20" fmla="*/ 2762208 h 5416094"/>
              <a:gd name="csX21" fmla="*/ 10515600 w 10515600"/>
              <a:gd name="csY21" fmla="*/ 3330898 h 5416094"/>
              <a:gd name="csX22" fmla="*/ 10515600 w 10515600"/>
              <a:gd name="csY22" fmla="*/ 4062071 h 5416094"/>
              <a:gd name="csX23" fmla="*/ 10515600 w 10515600"/>
              <a:gd name="csY23" fmla="*/ 4684921 h 5416094"/>
              <a:gd name="csX24" fmla="*/ 10515600 w 10515600"/>
              <a:gd name="csY24" fmla="*/ 5416094 h 5416094"/>
              <a:gd name="csX25" fmla="*/ 9753219 w 10515600"/>
              <a:gd name="csY25" fmla="*/ 5416094 h 5416094"/>
              <a:gd name="csX26" fmla="*/ 9411462 w 10515600"/>
              <a:gd name="csY26" fmla="*/ 5416094 h 5416094"/>
              <a:gd name="csX27" fmla="*/ 8754237 w 10515600"/>
              <a:gd name="csY27" fmla="*/ 5416094 h 5416094"/>
              <a:gd name="csX28" fmla="*/ 8307324 w 10515600"/>
              <a:gd name="csY28" fmla="*/ 5416094 h 5416094"/>
              <a:gd name="csX29" fmla="*/ 7544943 w 10515600"/>
              <a:gd name="csY29" fmla="*/ 5416094 h 5416094"/>
              <a:gd name="csX30" fmla="*/ 7098030 w 10515600"/>
              <a:gd name="csY30" fmla="*/ 5416094 h 5416094"/>
              <a:gd name="csX31" fmla="*/ 6335649 w 10515600"/>
              <a:gd name="csY31" fmla="*/ 5416094 h 5416094"/>
              <a:gd name="csX32" fmla="*/ 5993892 w 10515600"/>
              <a:gd name="csY32" fmla="*/ 5416094 h 5416094"/>
              <a:gd name="csX33" fmla="*/ 5231511 w 10515600"/>
              <a:gd name="csY33" fmla="*/ 5416094 h 5416094"/>
              <a:gd name="csX34" fmla="*/ 4784598 w 10515600"/>
              <a:gd name="csY34" fmla="*/ 5416094 h 5416094"/>
              <a:gd name="csX35" fmla="*/ 4442841 w 10515600"/>
              <a:gd name="csY35" fmla="*/ 5416094 h 5416094"/>
              <a:gd name="csX36" fmla="*/ 3995928 w 10515600"/>
              <a:gd name="csY36" fmla="*/ 5416094 h 5416094"/>
              <a:gd name="csX37" fmla="*/ 3233547 w 10515600"/>
              <a:gd name="csY37" fmla="*/ 5416094 h 5416094"/>
              <a:gd name="csX38" fmla="*/ 2786634 w 10515600"/>
              <a:gd name="csY38" fmla="*/ 5416094 h 5416094"/>
              <a:gd name="csX39" fmla="*/ 2444877 w 10515600"/>
              <a:gd name="csY39" fmla="*/ 5416094 h 5416094"/>
              <a:gd name="csX40" fmla="*/ 1997964 w 10515600"/>
              <a:gd name="csY40" fmla="*/ 5416094 h 5416094"/>
              <a:gd name="csX41" fmla="*/ 1445895 w 10515600"/>
              <a:gd name="csY41" fmla="*/ 5416094 h 5416094"/>
              <a:gd name="csX42" fmla="*/ 788670 w 10515600"/>
              <a:gd name="csY42" fmla="*/ 5416094 h 5416094"/>
              <a:gd name="csX43" fmla="*/ 0 w 10515600"/>
              <a:gd name="csY43" fmla="*/ 5416094 h 5416094"/>
              <a:gd name="csX44" fmla="*/ 0 w 10515600"/>
              <a:gd name="csY44" fmla="*/ 4630760 h 5416094"/>
              <a:gd name="csX45" fmla="*/ 0 w 10515600"/>
              <a:gd name="csY45" fmla="*/ 3953749 h 5416094"/>
              <a:gd name="csX46" fmla="*/ 0 w 10515600"/>
              <a:gd name="csY46" fmla="*/ 3276737 h 5416094"/>
              <a:gd name="csX47" fmla="*/ 0 w 10515600"/>
              <a:gd name="csY47" fmla="*/ 2599725 h 5416094"/>
              <a:gd name="csX48" fmla="*/ 0 w 10515600"/>
              <a:gd name="csY48" fmla="*/ 1922713 h 5416094"/>
              <a:gd name="csX49" fmla="*/ 0 w 10515600"/>
              <a:gd name="csY49" fmla="*/ 1299863 h 5416094"/>
              <a:gd name="csX50" fmla="*/ 0 w 10515600"/>
              <a:gd name="csY50" fmla="*/ 0 h 5416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2719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Picture 65">
            <a:extLst>
              <a:ext uri="{FF2B5EF4-FFF2-40B4-BE49-F238E27FC236}">
                <a16:creationId xmlns:a16="http://schemas.microsoft.com/office/drawing/2014/main" id="{8500FDC8-7A64-17C2-788C-10AC8C2E75B8}"/>
              </a:ext>
            </a:extLst>
          </p:cNvPr>
          <p:cNvPicPr>
            <a:picLocks noChangeAspect="1"/>
          </p:cNvPicPr>
          <p:nvPr/>
        </p:nvPicPr>
        <p:blipFill>
          <a:blip r:embed="rId3">
            <a:alphaModFix amt="35000"/>
          </a:blip>
          <a:srcRect t="2150" b="4100"/>
          <a:stretch>
            <a:fillRect/>
          </a:stretch>
        </p:blipFill>
        <p:spPr>
          <a:xfrm>
            <a:off x="20" y="10"/>
            <a:ext cx="12191980" cy="6857990"/>
          </a:xfrm>
          <a:prstGeom prst="rect">
            <a:avLst/>
          </a:prstGeom>
        </p:spPr>
      </p:pic>
      <p:sp>
        <p:nvSpPr>
          <p:cNvPr id="18" name="TextBox 17">
            <a:extLst>
              <a:ext uri="{FF2B5EF4-FFF2-40B4-BE49-F238E27FC236}">
                <a16:creationId xmlns:a16="http://schemas.microsoft.com/office/drawing/2014/main" id="{9EE8EBD7-4AD9-1135-B7DB-EA1A4C057157}"/>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dirty="0">
                <a:solidFill>
                  <a:srgbClr val="FFFFFF"/>
                </a:solidFill>
                <a:latin typeface="+mj-lt"/>
                <a:ea typeface="+mj-ea"/>
                <a:cs typeface="+mj-cs"/>
              </a:rPr>
              <a:t>Context</a:t>
            </a:r>
          </a:p>
        </p:txBody>
      </p:sp>
      <p:graphicFrame>
        <p:nvGraphicFramePr>
          <p:cNvPr id="25" name="TextBox 3">
            <a:extLst>
              <a:ext uri="{FF2B5EF4-FFF2-40B4-BE49-F238E27FC236}">
                <a16:creationId xmlns:a16="http://schemas.microsoft.com/office/drawing/2014/main" id="{BE349F1D-C4AA-6CCD-0A20-DB54E9B39568}"/>
              </a:ext>
            </a:extLst>
          </p:cNvPr>
          <p:cNvGraphicFramePr/>
          <p:nvPr>
            <p:extLst>
              <p:ext uri="{D42A27DB-BD31-4B8C-83A1-F6EECF244321}">
                <p14:modId xmlns:p14="http://schemas.microsoft.com/office/powerpoint/2010/main" val="144311868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79655681"/>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3" name="Rectangle 172">
            <a:extLst>
              <a:ext uri="{FF2B5EF4-FFF2-40B4-BE49-F238E27FC236}">
                <a16:creationId xmlns:a16="http://schemas.microsoft.com/office/drawing/2014/main" id="{738F59A4-4431-460D-8E49-6E65C189A5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7" name="Group 176">
            <a:extLst>
              <a:ext uri="{FF2B5EF4-FFF2-40B4-BE49-F238E27FC236}">
                <a16:creationId xmlns:a16="http://schemas.microsoft.com/office/drawing/2014/main" id="{8A919B9C-5C01-47E4-B2F2-45F589208AB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79" name="Rectangle 178">
              <a:extLst>
                <a:ext uri="{FF2B5EF4-FFF2-40B4-BE49-F238E27FC236}">
                  <a16:creationId xmlns:a16="http://schemas.microsoft.com/office/drawing/2014/main" id="{E85A82CE-D835-4542-BE8D-62A8F5A94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063D7EF0-3AC8-4029-B55D-EBDD733D3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B674FF61-9118-6EAF-F2AB-17000CA9CF0C}"/>
              </a:ext>
            </a:extLst>
          </p:cNvPr>
          <p:cNvSpPr txBox="1"/>
          <p:nvPr/>
        </p:nvSpPr>
        <p:spPr>
          <a:xfrm>
            <a:off x="550863" y="365125"/>
            <a:ext cx="11090274"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kern="1200">
                <a:solidFill>
                  <a:schemeClr val="tx1"/>
                </a:solidFill>
                <a:latin typeface="+mj-lt"/>
                <a:ea typeface="+mj-ea"/>
                <a:cs typeface="+mj-cs"/>
              </a:rPr>
              <a:t>Project State</a:t>
            </a:r>
          </a:p>
        </p:txBody>
      </p:sp>
      <p:graphicFrame>
        <p:nvGraphicFramePr>
          <p:cNvPr id="182" name="TextBox 3">
            <a:extLst>
              <a:ext uri="{FF2B5EF4-FFF2-40B4-BE49-F238E27FC236}">
                <a16:creationId xmlns:a16="http://schemas.microsoft.com/office/drawing/2014/main" id="{65774AEE-C37A-911A-6236-338A7A3E588C}"/>
              </a:ext>
            </a:extLst>
          </p:cNvPr>
          <p:cNvGraphicFramePr/>
          <p:nvPr>
            <p:extLst>
              <p:ext uri="{D42A27DB-BD31-4B8C-83A1-F6EECF244321}">
                <p14:modId xmlns:p14="http://schemas.microsoft.com/office/powerpoint/2010/main" val="3081903803"/>
              </p:ext>
            </p:extLst>
          </p:nvPr>
        </p:nvGraphicFramePr>
        <p:xfrm>
          <a:off x="547688" y="2133600"/>
          <a:ext cx="11093450" cy="4157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4012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Guitar Aesthetic Photos, Download The BEST Free Guitar Aesthetic Stock  Photos &amp; HD Images">
            <a:extLst>
              <a:ext uri="{FF2B5EF4-FFF2-40B4-BE49-F238E27FC236}">
                <a16:creationId xmlns:a16="http://schemas.microsoft.com/office/drawing/2014/main" id="{3717C2A9-B835-F59B-F63E-7C170A9B1C07}"/>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t="15383" r="-1" b="9"/>
          <a:stretch>
            <a:fillRect/>
          </a:stretch>
        </p:blipFill>
        <p:spPr bwMode="auto">
          <a:xfrm>
            <a:off x="20" y="10"/>
            <a:ext cx="12188931"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46A043E-701C-E576-0F76-AAD6EDC74FDD}"/>
              </a:ext>
            </a:extLst>
          </p:cNvPr>
          <p:cNvSpPr txBox="1"/>
          <p:nvPr/>
        </p:nvSpPr>
        <p:spPr>
          <a:xfrm>
            <a:off x="1527048" y="1124712"/>
            <a:ext cx="9144000" cy="3063240"/>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6600">
                <a:solidFill>
                  <a:schemeClr val="bg1"/>
                </a:solidFill>
                <a:latin typeface="+mj-lt"/>
                <a:ea typeface="+mj-ea"/>
                <a:cs typeface="+mj-cs"/>
              </a:rPr>
              <a:t>Demonstration</a:t>
            </a:r>
          </a:p>
        </p:txBody>
      </p:sp>
      <p:sp>
        <p:nvSpPr>
          <p:cNvPr id="1033"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sX0" fmla="*/ 0 w 10515600"/>
              <a:gd name="csY0" fmla="*/ 0 h 5416094"/>
              <a:gd name="csX1" fmla="*/ 552069 w 10515600"/>
              <a:gd name="csY1" fmla="*/ 0 h 5416094"/>
              <a:gd name="csX2" fmla="*/ 893826 w 10515600"/>
              <a:gd name="csY2" fmla="*/ 0 h 5416094"/>
              <a:gd name="csX3" fmla="*/ 1761363 w 10515600"/>
              <a:gd name="csY3" fmla="*/ 0 h 5416094"/>
              <a:gd name="csX4" fmla="*/ 2313432 w 10515600"/>
              <a:gd name="csY4" fmla="*/ 0 h 5416094"/>
              <a:gd name="csX5" fmla="*/ 2865501 w 10515600"/>
              <a:gd name="csY5" fmla="*/ 0 h 5416094"/>
              <a:gd name="csX6" fmla="*/ 3733038 w 10515600"/>
              <a:gd name="csY6" fmla="*/ 0 h 5416094"/>
              <a:gd name="csX7" fmla="*/ 4179951 w 10515600"/>
              <a:gd name="csY7" fmla="*/ 0 h 5416094"/>
              <a:gd name="csX8" fmla="*/ 5047488 w 10515600"/>
              <a:gd name="csY8" fmla="*/ 0 h 5416094"/>
              <a:gd name="csX9" fmla="*/ 5915025 w 10515600"/>
              <a:gd name="csY9" fmla="*/ 0 h 5416094"/>
              <a:gd name="csX10" fmla="*/ 6572250 w 10515600"/>
              <a:gd name="csY10" fmla="*/ 0 h 5416094"/>
              <a:gd name="csX11" fmla="*/ 7439787 w 10515600"/>
              <a:gd name="csY11" fmla="*/ 0 h 5416094"/>
              <a:gd name="csX12" fmla="*/ 7991856 w 10515600"/>
              <a:gd name="csY12" fmla="*/ 0 h 5416094"/>
              <a:gd name="csX13" fmla="*/ 8543925 w 10515600"/>
              <a:gd name="csY13" fmla="*/ 0 h 5416094"/>
              <a:gd name="csX14" fmla="*/ 9306306 w 10515600"/>
              <a:gd name="csY14" fmla="*/ 0 h 5416094"/>
              <a:gd name="csX15" fmla="*/ 9858375 w 10515600"/>
              <a:gd name="csY15" fmla="*/ 0 h 5416094"/>
              <a:gd name="csX16" fmla="*/ 10515600 w 10515600"/>
              <a:gd name="csY16" fmla="*/ 0 h 5416094"/>
              <a:gd name="csX17" fmla="*/ 10515600 w 10515600"/>
              <a:gd name="csY17" fmla="*/ 785334 h 5416094"/>
              <a:gd name="csX18" fmla="*/ 10515600 w 10515600"/>
              <a:gd name="csY18" fmla="*/ 1516506 h 5416094"/>
              <a:gd name="csX19" fmla="*/ 10515600 w 10515600"/>
              <a:gd name="csY19" fmla="*/ 2247679 h 5416094"/>
              <a:gd name="csX20" fmla="*/ 10515600 w 10515600"/>
              <a:gd name="csY20" fmla="*/ 2762208 h 5416094"/>
              <a:gd name="csX21" fmla="*/ 10515600 w 10515600"/>
              <a:gd name="csY21" fmla="*/ 3330898 h 5416094"/>
              <a:gd name="csX22" fmla="*/ 10515600 w 10515600"/>
              <a:gd name="csY22" fmla="*/ 4062071 h 5416094"/>
              <a:gd name="csX23" fmla="*/ 10515600 w 10515600"/>
              <a:gd name="csY23" fmla="*/ 4684921 h 5416094"/>
              <a:gd name="csX24" fmla="*/ 10515600 w 10515600"/>
              <a:gd name="csY24" fmla="*/ 5416094 h 5416094"/>
              <a:gd name="csX25" fmla="*/ 9753219 w 10515600"/>
              <a:gd name="csY25" fmla="*/ 5416094 h 5416094"/>
              <a:gd name="csX26" fmla="*/ 9411462 w 10515600"/>
              <a:gd name="csY26" fmla="*/ 5416094 h 5416094"/>
              <a:gd name="csX27" fmla="*/ 8754237 w 10515600"/>
              <a:gd name="csY27" fmla="*/ 5416094 h 5416094"/>
              <a:gd name="csX28" fmla="*/ 8307324 w 10515600"/>
              <a:gd name="csY28" fmla="*/ 5416094 h 5416094"/>
              <a:gd name="csX29" fmla="*/ 7544943 w 10515600"/>
              <a:gd name="csY29" fmla="*/ 5416094 h 5416094"/>
              <a:gd name="csX30" fmla="*/ 7098030 w 10515600"/>
              <a:gd name="csY30" fmla="*/ 5416094 h 5416094"/>
              <a:gd name="csX31" fmla="*/ 6335649 w 10515600"/>
              <a:gd name="csY31" fmla="*/ 5416094 h 5416094"/>
              <a:gd name="csX32" fmla="*/ 5993892 w 10515600"/>
              <a:gd name="csY32" fmla="*/ 5416094 h 5416094"/>
              <a:gd name="csX33" fmla="*/ 5231511 w 10515600"/>
              <a:gd name="csY33" fmla="*/ 5416094 h 5416094"/>
              <a:gd name="csX34" fmla="*/ 4784598 w 10515600"/>
              <a:gd name="csY34" fmla="*/ 5416094 h 5416094"/>
              <a:gd name="csX35" fmla="*/ 4442841 w 10515600"/>
              <a:gd name="csY35" fmla="*/ 5416094 h 5416094"/>
              <a:gd name="csX36" fmla="*/ 3995928 w 10515600"/>
              <a:gd name="csY36" fmla="*/ 5416094 h 5416094"/>
              <a:gd name="csX37" fmla="*/ 3233547 w 10515600"/>
              <a:gd name="csY37" fmla="*/ 5416094 h 5416094"/>
              <a:gd name="csX38" fmla="*/ 2786634 w 10515600"/>
              <a:gd name="csY38" fmla="*/ 5416094 h 5416094"/>
              <a:gd name="csX39" fmla="*/ 2444877 w 10515600"/>
              <a:gd name="csY39" fmla="*/ 5416094 h 5416094"/>
              <a:gd name="csX40" fmla="*/ 1997964 w 10515600"/>
              <a:gd name="csY40" fmla="*/ 5416094 h 5416094"/>
              <a:gd name="csX41" fmla="*/ 1445895 w 10515600"/>
              <a:gd name="csY41" fmla="*/ 5416094 h 5416094"/>
              <a:gd name="csX42" fmla="*/ 788670 w 10515600"/>
              <a:gd name="csY42" fmla="*/ 5416094 h 5416094"/>
              <a:gd name="csX43" fmla="*/ 0 w 10515600"/>
              <a:gd name="csY43" fmla="*/ 5416094 h 5416094"/>
              <a:gd name="csX44" fmla="*/ 0 w 10515600"/>
              <a:gd name="csY44" fmla="*/ 4630760 h 5416094"/>
              <a:gd name="csX45" fmla="*/ 0 w 10515600"/>
              <a:gd name="csY45" fmla="*/ 3953749 h 5416094"/>
              <a:gd name="csX46" fmla="*/ 0 w 10515600"/>
              <a:gd name="csY46" fmla="*/ 3276737 h 5416094"/>
              <a:gd name="csX47" fmla="*/ 0 w 10515600"/>
              <a:gd name="csY47" fmla="*/ 2599725 h 5416094"/>
              <a:gd name="csX48" fmla="*/ 0 w 10515600"/>
              <a:gd name="csY48" fmla="*/ 1922713 h 5416094"/>
              <a:gd name="csX49" fmla="*/ 0 w 10515600"/>
              <a:gd name="csY49" fmla="*/ 1299863 h 5416094"/>
              <a:gd name="csX50" fmla="*/ 0 w 10515600"/>
              <a:gd name="csY50" fmla="*/ 0 h 5416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9677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9455F2E-4406-7C92-5DF7-F176F472A83E}"/>
              </a:ext>
            </a:extLst>
          </p:cNvPr>
          <p:cNvSpPr txBox="1"/>
          <p:nvPr/>
        </p:nvSpPr>
        <p:spPr>
          <a:xfrm>
            <a:off x="1371597" y="348865"/>
            <a:ext cx="10044023" cy="87772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kern="1200">
                <a:solidFill>
                  <a:srgbClr val="FFFFFF"/>
                </a:solidFill>
                <a:latin typeface="+mj-lt"/>
                <a:ea typeface="+mj-ea"/>
                <a:cs typeface="+mj-cs"/>
              </a:rPr>
              <a:t>Timeline</a:t>
            </a:r>
          </a:p>
        </p:txBody>
      </p:sp>
      <p:graphicFrame>
        <p:nvGraphicFramePr>
          <p:cNvPr id="27" name="TextBox 3">
            <a:extLst>
              <a:ext uri="{FF2B5EF4-FFF2-40B4-BE49-F238E27FC236}">
                <a16:creationId xmlns:a16="http://schemas.microsoft.com/office/drawing/2014/main" id="{819FCFA1-2DF7-019A-9FE6-EBFB69E2FA38}"/>
              </a:ext>
            </a:extLst>
          </p:cNvPr>
          <p:cNvGraphicFramePr/>
          <p:nvPr>
            <p:extLst>
              <p:ext uri="{D42A27DB-BD31-4B8C-83A1-F6EECF244321}">
                <p14:modId xmlns:p14="http://schemas.microsoft.com/office/powerpoint/2010/main" val="2971007045"/>
              </p:ext>
            </p:extLst>
          </p:nvPr>
        </p:nvGraphicFramePr>
        <p:xfrm>
          <a:off x="632085" y="1924820"/>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EF358F29-E4F9-3B76-014B-511EAE0E408C}"/>
              </a:ext>
            </a:extLst>
          </p:cNvPr>
          <p:cNvSpPr txBox="1"/>
          <p:nvPr/>
        </p:nvSpPr>
        <p:spPr>
          <a:xfrm>
            <a:off x="632085" y="6465999"/>
            <a:ext cx="4572000" cy="230832"/>
          </a:xfrm>
          <a:prstGeom prst="rect">
            <a:avLst/>
          </a:prstGeom>
          <a:noFill/>
        </p:spPr>
        <p:txBody>
          <a:bodyPr wrap="square" rtlCol="0">
            <a:spAutoFit/>
          </a:bodyPr>
          <a:lstStyle/>
          <a:p>
            <a:r>
              <a:rPr lang="en-US" sz="900"/>
              <a:t>* times are from design draft due date (3/11/26)</a:t>
            </a:r>
          </a:p>
        </p:txBody>
      </p:sp>
    </p:spTree>
    <p:extLst>
      <p:ext uri="{BB962C8B-B14F-4D97-AF65-F5344CB8AC3E}">
        <p14:creationId xmlns:p14="http://schemas.microsoft.com/office/powerpoint/2010/main" val="34046895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071280A203A1C44B853E0CB361BD3A7" ma:contentTypeVersion="6" ma:contentTypeDescription="Create a new document." ma:contentTypeScope="" ma:versionID="4ef7d45d144475c47780ca5e96f3dcd6">
  <xsd:schema xmlns:xsd="http://www.w3.org/2001/XMLSchema" xmlns:xs="http://www.w3.org/2001/XMLSchema" xmlns:p="http://schemas.microsoft.com/office/2006/metadata/properties" xmlns:ns3="83d7e491-1359-45f2-a94f-8e853c445303" targetNamespace="http://schemas.microsoft.com/office/2006/metadata/properties" ma:root="true" ma:fieldsID="cb458a57da2b0ad9d525ade1e7007c45" ns3:_="">
    <xsd:import namespace="83d7e491-1359-45f2-a94f-8e853c4453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d7e491-1359-45f2-a94f-8e853c4453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83d7e491-1359-45f2-a94f-8e853c445303" xsi:nil="true"/>
  </documentManagement>
</p:properties>
</file>

<file path=customXml/itemProps1.xml><?xml version="1.0" encoding="utf-8"?>
<ds:datastoreItem xmlns:ds="http://schemas.openxmlformats.org/officeDocument/2006/customXml" ds:itemID="{6165BE10-BF93-461B-BA03-C90E357EFFB1}">
  <ds:schemaRefs>
    <ds:schemaRef ds:uri="http://schemas.microsoft.com/sharepoint/v3/contenttype/forms"/>
  </ds:schemaRefs>
</ds:datastoreItem>
</file>

<file path=customXml/itemProps2.xml><?xml version="1.0" encoding="utf-8"?>
<ds:datastoreItem xmlns:ds="http://schemas.openxmlformats.org/officeDocument/2006/customXml" ds:itemID="{7D447FB6-5AE8-41A4-B051-FFE8D940014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d7e491-1359-45f2-a94f-8e853c4453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157768D-ACF2-4C55-8714-AE1AE2DD42F1}">
  <ds:schemaRefs>
    <ds:schemaRef ds:uri="http://purl.org/dc/dcmitype/"/>
    <ds:schemaRef ds:uri="http://schemas.microsoft.com/office/2006/metadata/properties"/>
    <ds:schemaRef ds:uri="http://schemas.microsoft.com/office/2006/documentManagement/types"/>
    <ds:schemaRef ds:uri="http://www.w3.org/XML/1998/namespace"/>
    <ds:schemaRef ds:uri="83d7e491-1359-45f2-a94f-8e853c445303"/>
    <ds:schemaRef ds:uri="http://purl.org/dc/elements/1.1/"/>
    <ds:schemaRef ds:uri="http://schemas.microsoft.com/office/infopath/2007/PartnerControls"/>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TM03457485[[fn=Mesh]]</Template>
  <TotalTime>257</TotalTime>
  <Words>413</Words>
  <Application>Microsoft Office PowerPoint</Application>
  <PresentationFormat>Widescreen</PresentationFormat>
  <Paragraphs>51</Paragraphs>
  <Slides>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ChordSense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Laawn, Aaron K.</dc:creator>
  <cp:lastModifiedBy>Laawn, Aaron K.</cp:lastModifiedBy>
  <cp:revision>3</cp:revision>
  <dcterms:created xsi:type="dcterms:W3CDTF">2026-04-10T21:21:37Z</dcterms:created>
  <dcterms:modified xsi:type="dcterms:W3CDTF">2026-04-14T17:35:06Z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0x0101008071280A203A1C44B853E0CB361BD3A7</vt:lpwstr>
  </property>
</Properties>
</file>